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Lst>
  <p:notesMasterIdLst>
    <p:notesMasterId r:id="rId15"/>
  </p:notesMasterIdLst>
  <p:sldIdLst>
    <p:sldId id="256" r:id="rId3"/>
    <p:sldId id="257" r:id="rId4"/>
    <p:sldId id="275" r:id="rId5"/>
    <p:sldId id="262" r:id="rId6"/>
    <p:sldId id="261" r:id="rId7"/>
    <p:sldId id="264" r:id="rId8"/>
    <p:sldId id="278" r:id="rId9"/>
    <p:sldId id="267" r:id="rId10"/>
    <p:sldId id="269" r:id="rId11"/>
    <p:sldId id="270" r:id="rId12"/>
    <p:sldId id="272" r:id="rId13"/>
    <p:sldId id="265" r:id="rId14"/>
  </p:sldIdLst>
  <p:sldSz cx="9144000" cy="5143500" type="screen16x9"/>
  <p:notesSz cx="6858000" cy="9144000"/>
  <p:embeddedFontLst>
    <p:embeddedFont>
      <p:font typeface="Poppins" charset="0"/>
      <p:regular r:id="rId16"/>
      <p:bold r:id="rId17"/>
      <p:italic r:id="rId18"/>
      <p:boldItalic r:id="rId19"/>
    </p:embeddedFont>
    <p:embeddedFont>
      <p:font typeface="Nunito Light" charset="0"/>
      <p:regular r:id="rId20"/>
      <p:italic r:id="rId21"/>
    </p:embeddedFont>
    <p:embeddedFont>
      <p:font typeface="PT Sans"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B66BC"/>
    <a:srgbClr val="0B7CD4"/>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D3C4408B-DB6A-4BE4-B706-57E35D0E8FFD}">
  <a:tblStyle styleId="{D3C4408B-DB6A-4BE4-B706-57E35D0E8F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41D8837-9D11-4621-82F0-D53CC015807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0" d="100"/>
          <a:sy n="110" d="100"/>
        </p:scale>
        <p:origin x="-658" y="-72"/>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17E356-ED69-467D-A461-B74D70EE9D7B}"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IN"/>
        </a:p>
      </dgm:t>
    </dgm:pt>
    <dgm:pt modelId="{CDD057BB-56A3-413D-A4FB-00C452A558B9}">
      <dgm:prSet/>
      <dgm:spPr/>
      <dgm:t>
        <a:bodyPr/>
        <a:lstStyle/>
        <a:p>
          <a:r>
            <a:rPr lang="en-IN" dirty="0"/>
            <a:t>User Authentication</a:t>
          </a:r>
        </a:p>
      </dgm:t>
    </dgm:pt>
    <dgm:pt modelId="{0098075E-5E07-444A-A7E5-555AF40DDBA2}" type="parTrans" cxnId="{C29CE9D8-8F10-4512-8A9E-294F7273E609}">
      <dgm:prSet/>
      <dgm:spPr/>
      <dgm:t>
        <a:bodyPr/>
        <a:lstStyle/>
        <a:p>
          <a:endParaRPr lang="en-IN"/>
        </a:p>
      </dgm:t>
    </dgm:pt>
    <dgm:pt modelId="{B0AAB55C-975B-4721-AE3C-C047CFA8C946}" type="sibTrans" cxnId="{C29CE9D8-8F10-4512-8A9E-294F7273E609}">
      <dgm:prSet/>
      <dgm:spPr/>
      <dgm:t>
        <a:bodyPr/>
        <a:lstStyle/>
        <a:p>
          <a:endParaRPr lang="en-IN"/>
        </a:p>
      </dgm:t>
    </dgm:pt>
    <dgm:pt modelId="{05381393-C4EB-427A-A154-1EBA6F91C58B}">
      <dgm:prSet/>
      <dgm:spPr/>
      <dgm:t>
        <a:bodyPr/>
        <a:lstStyle/>
        <a:p>
          <a:r>
            <a:rPr lang="en-IN" dirty="0"/>
            <a:t>Metal Detection</a:t>
          </a:r>
        </a:p>
      </dgm:t>
    </dgm:pt>
    <dgm:pt modelId="{AB14B1EE-5A04-47A8-8B5A-5D43E185F4A5}" type="parTrans" cxnId="{1B61F231-68CA-4752-825E-9F4CDCF25AE1}">
      <dgm:prSet/>
      <dgm:spPr/>
      <dgm:t>
        <a:bodyPr/>
        <a:lstStyle/>
        <a:p>
          <a:endParaRPr lang="en-IN"/>
        </a:p>
      </dgm:t>
    </dgm:pt>
    <dgm:pt modelId="{ED63545F-7107-469D-A7A8-03DEC9D2B9A6}" type="sibTrans" cxnId="{1B61F231-68CA-4752-825E-9F4CDCF25AE1}">
      <dgm:prSet/>
      <dgm:spPr/>
      <dgm:t>
        <a:bodyPr/>
        <a:lstStyle/>
        <a:p>
          <a:endParaRPr lang="en-IN"/>
        </a:p>
      </dgm:t>
    </dgm:pt>
    <dgm:pt modelId="{0834EEFE-BC46-46B9-9E98-F4C0B8A334DC}">
      <dgm:prSet/>
      <dgm:spPr/>
      <dgm:t>
        <a:bodyPr/>
        <a:lstStyle/>
        <a:p>
          <a:r>
            <a:rPr lang="en-US" b="0" i="0" dirty="0"/>
            <a:t>Data processing by Microcontroller</a:t>
          </a:r>
          <a:endParaRPr lang="en-IN" dirty="0"/>
        </a:p>
      </dgm:t>
    </dgm:pt>
    <dgm:pt modelId="{030B0B32-05A9-4898-8995-44369DFF55A8}" type="parTrans" cxnId="{B29555C7-5A05-49AB-A98A-426BB38B7A93}">
      <dgm:prSet/>
      <dgm:spPr/>
      <dgm:t>
        <a:bodyPr/>
        <a:lstStyle/>
        <a:p>
          <a:endParaRPr lang="en-IN"/>
        </a:p>
      </dgm:t>
    </dgm:pt>
    <dgm:pt modelId="{1BD64D39-E70E-4BD2-BB0D-686DC2366088}" type="sibTrans" cxnId="{B29555C7-5A05-49AB-A98A-426BB38B7A93}">
      <dgm:prSet/>
      <dgm:spPr/>
      <dgm:t>
        <a:bodyPr/>
        <a:lstStyle/>
        <a:p>
          <a:endParaRPr lang="en-IN"/>
        </a:p>
      </dgm:t>
    </dgm:pt>
    <dgm:pt modelId="{11E11263-8E42-41D4-AAD2-16230A814337}">
      <dgm:prSet/>
      <dgm:spPr/>
      <dgm:t>
        <a:bodyPr/>
        <a:lstStyle/>
        <a:p>
          <a:r>
            <a:rPr lang="en-IN" dirty="0"/>
            <a:t>Decision - making Algorithm</a:t>
          </a:r>
        </a:p>
      </dgm:t>
    </dgm:pt>
    <dgm:pt modelId="{38FF7D13-BC1F-4C63-A4A0-A2AF3EABA873}" type="parTrans" cxnId="{940F4189-CF56-42F1-9596-272BA794FDD1}">
      <dgm:prSet/>
      <dgm:spPr/>
      <dgm:t>
        <a:bodyPr/>
        <a:lstStyle/>
        <a:p>
          <a:endParaRPr lang="en-IN"/>
        </a:p>
      </dgm:t>
    </dgm:pt>
    <dgm:pt modelId="{5C89F8FE-CBE9-43BE-A597-2AB2693C488A}" type="sibTrans" cxnId="{940F4189-CF56-42F1-9596-272BA794FDD1}">
      <dgm:prSet/>
      <dgm:spPr/>
      <dgm:t>
        <a:bodyPr/>
        <a:lstStyle/>
        <a:p>
          <a:endParaRPr lang="en-IN"/>
        </a:p>
      </dgm:t>
    </dgm:pt>
    <dgm:pt modelId="{147F6AC7-4552-40E0-81A5-B9BB0056131E}">
      <dgm:prSet/>
      <dgm:spPr/>
      <dgm:t>
        <a:bodyPr/>
        <a:lstStyle/>
        <a:p>
          <a:r>
            <a:rPr lang="en-IN" dirty="0"/>
            <a:t>Motor Activation &amp; Bin Rotation</a:t>
          </a:r>
        </a:p>
      </dgm:t>
    </dgm:pt>
    <dgm:pt modelId="{1DFFC4F8-2608-4947-9ED4-4A5949A6602D}" type="parTrans" cxnId="{ECBEDEB3-ADE2-47B9-B059-EA38A9F342F0}">
      <dgm:prSet/>
      <dgm:spPr/>
      <dgm:t>
        <a:bodyPr/>
        <a:lstStyle/>
        <a:p>
          <a:endParaRPr lang="en-IN"/>
        </a:p>
      </dgm:t>
    </dgm:pt>
    <dgm:pt modelId="{777F9EA5-968C-446D-A3F6-DB008E1D525D}" type="sibTrans" cxnId="{ECBEDEB3-ADE2-47B9-B059-EA38A9F342F0}">
      <dgm:prSet/>
      <dgm:spPr/>
      <dgm:t>
        <a:bodyPr/>
        <a:lstStyle/>
        <a:p>
          <a:endParaRPr lang="en-IN"/>
        </a:p>
      </dgm:t>
    </dgm:pt>
    <dgm:pt modelId="{E12B76CE-4540-4979-B921-75F777054988}">
      <dgm:prSet/>
      <dgm:spPr/>
      <dgm:t>
        <a:bodyPr/>
        <a:lstStyle/>
        <a:p>
          <a:r>
            <a:rPr lang="en-IN" dirty="0"/>
            <a:t>Waste Segregation &amp; System Reset</a:t>
          </a:r>
        </a:p>
      </dgm:t>
    </dgm:pt>
    <dgm:pt modelId="{CAC05082-4C39-4D27-974D-D02A21F1C210}" type="parTrans" cxnId="{A20A462F-8A29-4E50-BB40-23057DAA5B13}">
      <dgm:prSet/>
      <dgm:spPr/>
      <dgm:t>
        <a:bodyPr/>
        <a:lstStyle/>
        <a:p>
          <a:endParaRPr lang="en-IN"/>
        </a:p>
      </dgm:t>
    </dgm:pt>
    <dgm:pt modelId="{B3C0098B-75C7-4C67-8EC3-5AC5CE8C0C1A}" type="sibTrans" cxnId="{A20A462F-8A29-4E50-BB40-23057DAA5B13}">
      <dgm:prSet/>
      <dgm:spPr/>
      <dgm:t>
        <a:bodyPr/>
        <a:lstStyle/>
        <a:p>
          <a:endParaRPr lang="en-IN"/>
        </a:p>
      </dgm:t>
    </dgm:pt>
    <dgm:pt modelId="{3C65F5C6-410C-489B-A3A9-B88A2BCD9841}">
      <dgm:prSet/>
      <dgm:spPr/>
      <dgm:t>
        <a:bodyPr/>
        <a:lstStyle/>
        <a:p>
          <a:r>
            <a:rPr lang="en-IN" dirty="0"/>
            <a:t>Waste Input Stage</a:t>
          </a:r>
        </a:p>
      </dgm:t>
    </dgm:pt>
    <dgm:pt modelId="{7E88C384-91B7-408F-B0CD-2A3F715C3BB7}" type="parTrans" cxnId="{D9D63390-8DE1-42C8-BB60-FFEDE869BC87}">
      <dgm:prSet/>
      <dgm:spPr/>
      <dgm:t>
        <a:bodyPr/>
        <a:lstStyle/>
        <a:p>
          <a:endParaRPr lang="en-IN"/>
        </a:p>
      </dgm:t>
    </dgm:pt>
    <dgm:pt modelId="{33EFACEF-9B69-42BE-8B54-6F6A95FB3458}" type="sibTrans" cxnId="{D9D63390-8DE1-42C8-BB60-FFEDE869BC87}">
      <dgm:prSet/>
      <dgm:spPr/>
      <dgm:t>
        <a:bodyPr/>
        <a:lstStyle/>
        <a:p>
          <a:endParaRPr lang="en-IN"/>
        </a:p>
      </dgm:t>
    </dgm:pt>
    <dgm:pt modelId="{D6FD4E42-4BA9-4F4C-8241-3C9FD900AE73}">
      <dgm:prSet/>
      <dgm:spPr/>
      <dgm:t>
        <a:bodyPr/>
        <a:lstStyle/>
        <a:p>
          <a:r>
            <a:rPr lang="en-IN" dirty="0"/>
            <a:t>Moisture Detection</a:t>
          </a:r>
        </a:p>
      </dgm:t>
    </dgm:pt>
    <dgm:pt modelId="{48CA4948-1122-4B2E-BDD2-D962F5D59C82}" type="parTrans" cxnId="{8B0E7258-14F2-4245-85FB-917567F79D38}">
      <dgm:prSet/>
      <dgm:spPr/>
      <dgm:t>
        <a:bodyPr/>
        <a:lstStyle/>
        <a:p>
          <a:endParaRPr lang="en-US"/>
        </a:p>
      </dgm:t>
    </dgm:pt>
    <dgm:pt modelId="{F20871FB-0EBE-4671-B2AA-C69D4D7B3910}" type="sibTrans" cxnId="{8B0E7258-14F2-4245-85FB-917567F79D38}">
      <dgm:prSet/>
      <dgm:spPr/>
      <dgm:t>
        <a:bodyPr/>
        <a:lstStyle/>
        <a:p>
          <a:endParaRPr lang="en-US"/>
        </a:p>
      </dgm:t>
    </dgm:pt>
    <dgm:pt modelId="{32525013-9955-47C5-80EC-FFC8ACA11D9F}" type="pres">
      <dgm:prSet presAssocID="{6F17E356-ED69-467D-A461-B74D70EE9D7B}" presName="Name0" presStyleCnt="0">
        <dgm:presLayoutVars>
          <dgm:dir/>
          <dgm:animLvl val="lvl"/>
          <dgm:resizeHandles val="exact"/>
        </dgm:presLayoutVars>
      </dgm:prSet>
      <dgm:spPr/>
      <dgm:t>
        <a:bodyPr/>
        <a:lstStyle/>
        <a:p>
          <a:endParaRPr lang="en-US"/>
        </a:p>
      </dgm:t>
    </dgm:pt>
    <dgm:pt modelId="{D0868C54-E5A4-41E6-9477-733156144870}" type="pres">
      <dgm:prSet presAssocID="{E12B76CE-4540-4979-B921-75F777054988}" presName="boxAndChildren" presStyleCnt="0"/>
      <dgm:spPr/>
    </dgm:pt>
    <dgm:pt modelId="{1E4BE870-E920-4344-92E8-3D69EA67D207}" type="pres">
      <dgm:prSet presAssocID="{E12B76CE-4540-4979-B921-75F777054988}" presName="parentTextBox" presStyleLbl="node1" presStyleIdx="0" presStyleCnt="8"/>
      <dgm:spPr/>
      <dgm:t>
        <a:bodyPr/>
        <a:lstStyle/>
        <a:p>
          <a:endParaRPr lang="en-US"/>
        </a:p>
      </dgm:t>
    </dgm:pt>
    <dgm:pt modelId="{29CBE6E7-8D7F-40E3-82A4-BCCA6EC26AB8}" type="pres">
      <dgm:prSet presAssocID="{777F9EA5-968C-446D-A3F6-DB008E1D525D}" presName="sp" presStyleCnt="0"/>
      <dgm:spPr/>
    </dgm:pt>
    <dgm:pt modelId="{3D1E93AE-4E5D-478F-82C2-B715348ACBB6}" type="pres">
      <dgm:prSet presAssocID="{147F6AC7-4552-40E0-81A5-B9BB0056131E}" presName="arrowAndChildren" presStyleCnt="0"/>
      <dgm:spPr/>
    </dgm:pt>
    <dgm:pt modelId="{7F912BB6-C73E-4B4B-9E99-0898A91D9905}" type="pres">
      <dgm:prSet presAssocID="{147F6AC7-4552-40E0-81A5-B9BB0056131E}" presName="parentTextArrow" presStyleLbl="node1" presStyleIdx="1" presStyleCnt="8"/>
      <dgm:spPr/>
      <dgm:t>
        <a:bodyPr/>
        <a:lstStyle/>
        <a:p>
          <a:endParaRPr lang="en-US"/>
        </a:p>
      </dgm:t>
    </dgm:pt>
    <dgm:pt modelId="{F7473279-3E8D-4064-ACD3-64D576241F6E}" type="pres">
      <dgm:prSet presAssocID="{5C89F8FE-CBE9-43BE-A597-2AB2693C488A}" presName="sp" presStyleCnt="0"/>
      <dgm:spPr/>
    </dgm:pt>
    <dgm:pt modelId="{97E8BE6D-B57D-4BBF-83C2-E423A626E28E}" type="pres">
      <dgm:prSet presAssocID="{11E11263-8E42-41D4-AAD2-16230A814337}" presName="arrowAndChildren" presStyleCnt="0"/>
      <dgm:spPr/>
    </dgm:pt>
    <dgm:pt modelId="{901EA239-4D80-4A4C-BFEF-C186B47E33FF}" type="pres">
      <dgm:prSet presAssocID="{11E11263-8E42-41D4-AAD2-16230A814337}" presName="parentTextArrow" presStyleLbl="node1" presStyleIdx="2" presStyleCnt="8"/>
      <dgm:spPr/>
      <dgm:t>
        <a:bodyPr/>
        <a:lstStyle/>
        <a:p>
          <a:endParaRPr lang="en-US"/>
        </a:p>
      </dgm:t>
    </dgm:pt>
    <dgm:pt modelId="{6DAE47FF-FCD4-447A-B63D-DF7590AEFF5B}" type="pres">
      <dgm:prSet presAssocID="{1BD64D39-E70E-4BD2-BB0D-686DC2366088}" presName="sp" presStyleCnt="0"/>
      <dgm:spPr/>
    </dgm:pt>
    <dgm:pt modelId="{A0342F33-7575-4A07-8CB4-56375D9FBBA4}" type="pres">
      <dgm:prSet presAssocID="{0834EEFE-BC46-46B9-9E98-F4C0B8A334DC}" presName="arrowAndChildren" presStyleCnt="0"/>
      <dgm:spPr/>
    </dgm:pt>
    <dgm:pt modelId="{F04A2457-C3B1-4CC4-BA01-20C483F5A0CC}" type="pres">
      <dgm:prSet presAssocID="{0834EEFE-BC46-46B9-9E98-F4C0B8A334DC}" presName="parentTextArrow" presStyleLbl="node1" presStyleIdx="3" presStyleCnt="8" custLinFactNeighborX="0" custLinFactNeighborY="2524"/>
      <dgm:spPr/>
      <dgm:t>
        <a:bodyPr/>
        <a:lstStyle/>
        <a:p>
          <a:endParaRPr lang="en-US"/>
        </a:p>
      </dgm:t>
    </dgm:pt>
    <dgm:pt modelId="{016C89B7-4169-451F-8DE1-92B772393117}" type="pres">
      <dgm:prSet presAssocID="{ED63545F-7107-469D-A7A8-03DEC9D2B9A6}" presName="sp" presStyleCnt="0"/>
      <dgm:spPr/>
    </dgm:pt>
    <dgm:pt modelId="{B04354F2-19C4-4BBC-A287-388DBBF6A246}" type="pres">
      <dgm:prSet presAssocID="{05381393-C4EB-427A-A154-1EBA6F91C58B}" presName="arrowAndChildren" presStyleCnt="0"/>
      <dgm:spPr/>
    </dgm:pt>
    <dgm:pt modelId="{5859816B-02F2-46EF-A6E0-0522BCBB21F5}" type="pres">
      <dgm:prSet presAssocID="{05381393-C4EB-427A-A154-1EBA6F91C58B}" presName="parentTextArrow" presStyleLbl="node1" presStyleIdx="4" presStyleCnt="8"/>
      <dgm:spPr/>
      <dgm:t>
        <a:bodyPr/>
        <a:lstStyle/>
        <a:p>
          <a:endParaRPr lang="en-US"/>
        </a:p>
      </dgm:t>
    </dgm:pt>
    <dgm:pt modelId="{94169AD9-7BE7-4824-9D08-546113F2CC77}" type="pres">
      <dgm:prSet presAssocID="{F20871FB-0EBE-4671-B2AA-C69D4D7B3910}" presName="sp" presStyleCnt="0"/>
      <dgm:spPr/>
    </dgm:pt>
    <dgm:pt modelId="{F3243992-DEA4-48E2-92DE-B06B92B64961}" type="pres">
      <dgm:prSet presAssocID="{D6FD4E42-4BA9-4F4C-8241-3C9FD900AE73}" presName="arrowAndChildren" presStyleCnt="0"/>
      <dgm:spPr/>
    </dgm:pt>
    <dgm:pt modelId="{66A5FE26-0A80-489A-8DF2-10F913C0DABB}" type="pres">
      <dgm:prSet presAssocID="{D6FD4E42-4BA9-4F4C-8241-3C9FD900AE73}" presName="parentTextArrow" presStyleLbl="node1" presStyleIdx="5" presStyleCnt="8"/>
      <dgm:spPr/>
      <dgm:t>
        <a:bodyPr/>
        <a:lstStyle/>
        <a:p>
          <a:endParaRPr lang="en-US"/>
        </a:p>
      </dgm:t>
    </dgm:pt>
    <dgm:pt modelId="{B9BEB542-7FFD-4485-B7C9-93F0FF333A8A}" type="pres">
      <dgm:prSet presAssocID="{33EFACEF-9B69-42BE-8B54-6F6A95FB3458}" presName="sp" presStyleCnt="0"/>
      <dgm:spPr/>
    </dgm:pt>
    <dgm:pt modelId="{C7A44A32-C663-412C-937D-9672DF5F260B}" type="pres">
      <dgm:prSet presAssocID="{3C65F5C6-410C-489B-A3A9-B88A2BCD9841}" presName="arrowAndChildren" presStyleCnt="0"/>
      <dgm:spPr/>
    </dgm:pt>
    <dgm:pt modelId="{68EE5F52-43D3-446E-A269-D7A954FBE683}" type="pres">
      <dgm:prSet presAssocID="{3C65F5C6-410C-489B-A3A9-B88A2BCD9841}" presName="parentTextArrow" presStyleLbl="node1" presStyleIdx="6" presStyleCnt="8"/>
      <dgm:spPr/>
      <dgm:t>
        <a:bodyPr/>
        <a:lstStyle/>
        <a:p>
          <a:endParaRPr lang="en-US"/>
        </a:p>
      </dgm:t>
    </dgm:pt>
    <dgm:pt modelId="{D825A894-9295-4120-B2E2-A913B278304D}" type="pres">
      <dgm:prSet presAssocID="{B0AAB55C-975B-4721-AE3C-C047CFA8C946}" presName="sp" presStyleCnt="0"/>
      <dgm:spPr/>
    </dgm:pt>
    <dgm:pt modelId="{9D2D06F2-4466-4F5C-9751-B2F748A0BBE5}" type="pres">
      <dgm:prSet presAssocID="{CDD057BB-56A3-413D-A4FB-00C452A558B9}" presName="arrowAndChildren" presStyleCnt="0"/>
      <dgm:spPr/>
    </dgm:pt>
    <dgm:pt modelId="{94314498-1AC4-4F34-B095-EDA8392002ED}" type="pres">
      <dgm:prSet presAssocID="{CDD057BB-56A3-413D-A4FB-00C452A558B9}" presName="parentTextArrow" presStyleLbl="node1" presStyleIdx="7" presStyleCnt="8" custLinFactNeighborY="2524"/>
      <dgm:spPr/>
      <dgm:t>
        <a:bodyPr/>
        <a:lstStyle/>
        <a:p>
          <a:endParaRPr lang="en-US"/>
        </a:p>
      </dgm:t>
    </dgm:pt>
  </dgm:ptLst>
  <dgm:cxnLst>
    <dgm:cxn modelId="{ECBEDEB3-ADE2-47B9-B059-EA38A9F342F0}" srcId="{6F17E356-ED69-467D-A461-B74D70EE9D7B}" destId="{147F6AC7-4552-40E0-81A5-B9BB0056131E}" srcOrd="6" destOrd="0" parTransId="{1DFFC4F8-2608-4947-9ED4-4A5949A6602D}" sibTransId="{777F9EA5-968C-446D-A3F6-DB008E1D525D}"/>
    <dgm:cxn modelId="{A97B297F-ABF6-433F-A248-BF28600DAFCA}" type="presOf" srcId="{0834EEFE-BC46-46B9-9E98-F4C0B8A334DC}" destId="{F04A2457-C3B1-4CC4-BA01-20C483F5A0CC}" srcOrd="0" destOrd="0" presId="urn:microsoft.com/office/officeart/2005/8/layout/process4"/>
    <dgm:cxn modelId="{5EA9FBCD-D558-49BF-96B2-22E531DA14C2}" type="presOf" srcId="{05381393-C4EB-427A-A154-1EBA6F91C58B}" destId="{5859816B-02F2-46EF-A6E0-0522BCBB21F5}" srcOrd="0" destOrd="0" presId="urn:microsoft.com/office/officeart/2005/8/layout/process4"/>
    <dgm:cxn modelId="{C29CE9D8-8F10-4512-8A9E-294F7273E609}" srcId="{6F17E356-ED69-467D-A461-B74D70EE9D7B}" destId="{CDD057BB-56A3-413D-A4FB-00C452A558B9}" srcOrd="0" destOrd="0" parTransId="{0098075E-5E07-444A-A7E5-555AF40DDBA2}" sibTransId="{B0AAB55C-975B-4721-AE3C-C047CFA8C946}"/>
    <dgm:cxn modelId="{8B0E7258-14F2-4245-85FB-917567F79D38}" srcId="{6F17E356-ED69-467D-A461-B74D70EE9D7B}" destId="{D6FD4E42-4BA9-4F4C-8241-3C9FD900AE73}" srcOrd="2" destOrd="0" parTransId="{48CA4948-1122-4B2E-BDD2-D962F5D59C82}" sibTransId="{F20871FB-0EBE-4671-B2AA-C69D4D7B3910}"/>
    <dgm:cxn modelId="{1B61F231-68CA-4752-825E-9F4CDCF25AE1}" srcId="{6F17E356-ED69-467D-A461-B74D70EE9D7B}" destId="{05381393-C4EB-427A-A154-1EBA6F91C58B}" srcOrd="3" destOrd="0" parTransId="{AB14B1EE-5A04-47A8-8B5A-5D43E185F4A5}" sibTransId="{ED63545F-7107-469D-A7A8-03DEC9D2B9A6}"/>
    <dgm:cxn modelId="{B29555C7-5A05-49AB-A98A-426BB38B7A93}" srcId="{6F17E356-ED69-467D-A461-B74D70EE9D7B}" destId="{0834EEFE-BC46-46B9-9E98-F4C0B8A334DC}" srcOrd="4" destOrd="0" parTransId="{030B0B32-05A9-4898-8995-44369DFF55A8}" sibTransId="{1BD64D39-E70E-4BD2-BB0D-686DC2366088}"/>
    <dgm:cxn modelId="{0DE2188A-1F36-4DEB-9976-35750FC16600}" type="presOf" srcId="{E12B76CE-4540-4979-B921-75F777054988}" destId="{1E4BE870-E920-4344-92E8-3D69EA67D207}" srcOrd="0" destOrd="0" presId="urn:microsoft.com/office/officeart/2005/8/layout/process4"/>
    <dgm:cxn modelId="{940F4189-CF56-42F1-9596-272BA794FDD1}" srcId="{6F17E356-ED69-467D-A461-B74D70EE9D7B}" destId="{11E11263-8E42-41D4-AAD2-16230A814337}" srcOrd="5" destOrd="0" parTransId="{38FF7D13-BC1F-4C63-A4A0-A2AF3EABA873}" sibTransId="{5C89F8FE-CBE9-43BE-A597-2AB2693C488A}"/>
    <dgm:cxn modelId="{B78728FB-8140-4F42-8E2D-C91067AA7001}" type="presOf" srcId="{3C65F5C6-410C-489B-A3A9-B88A2BCD9841}" destId="{68EE5F52-43D3-446E-A269-D7A954FBE683}" srcOrd="0" destOrd="0" presId="urn:microsoft.com/office/officeart/2005/8/layout/process4"/>
    <dgm:cxn modelId="{D9D63390-8DE1-42C8-BB60-FFEDE869BC87}" srcId="{6F17E356-ED69-467D-A461-B74D70EE9D7B}" destId="{3C65F5C6-410C-489B-A3A9-B88A2BCD9841}" srcOrd="1" destOrd="0" parTransId="{7E88C384-91B7-408F-B0CD-2A3F715C3BB7}" sibTransId="{33EFACEF-9B69-42BE-8B54-6F6A95FB3458}"/>
    <dgm:cxn modelId="{7C8495A2-403D-4071-8E1B-A43DBA44B043}" type="presOf" srcId="{147F6AC7-4552-40E0-81A5-B9BB0056131E}" destId="{7F912BB6-C73E-4B4B-9E99-0898A91D9905}" srcOrd="0" destOrd="0" presId="urn:microsoft.com/office/officeart/2005/8/layout/process4"/>
    <dgm:cxn modelId="{C40F07F1-31F5-4218-97E6-68F05EF8ACE1}" type="presOf" srcId="{11E11263-8E42-41D4-AAD2-16230A814337}" destId="{901EA239-4D80-4A4C-BFEF-C186B47E33FF}" srcOrd="0" destOrd="0" presId="urn:microsoft.com/office/officeart/2005/8/layout/process4"/>
    <dgm:cxn modelId="{B8299022-C8FB-4288-9310-60067EC1B25D}" type="presOf" srcId="{CDD057BB-56A3-413D-A4FB-00C452A558B9}" destId="{94314498-1AC4-4F34-B095-EDA8392002ED}" srcOrd="0" destOrd="0" presId="urn:microsoft.com/office/officeart/2005/8/layout/process4"/>
    <dgm:cxn modelId="{A20A462F-8A29-4E50-BB40-23057DAA5B13}" srcId="{6F17E356-ED69-467D-A461-B74D70EE9D7B}" destId="{E12B76CE-4540-4979-B921-75F777054988}" srcOrd="7" destOrd="0" parTransId="{CAC05082-4C39-4D27-974D-D02A21F1C210}" sibTransId="{B3C0098B-75C7-4C67-8EC3-5AC5CE8C0C1A}"/>
    <dgm:cxn modelId="{D4C5FE71-6E48-4BB9-83C3-9CAF4E52FFA3}" type="presOf" srcId="{6F17E356-ED69-467D-A461-B74D70EE9D7B}" destId="{32525013-9955-47C5-80EC-FFC8ACA11D9F}" srcOrd="0" destOrd="0" presId="urn:microsoft.com/office/officeart/2005/8/layout/process4"/>
    <dgm:cxn modelId="{F7D322BD-412F-4010-8E59-8D915C4CBA87}" type="presOf" srcId="{D6FD4E42-4BA9-4F4C-8241-3C9FD900AE73}" destId="{66A5FE26-0A80-489A-8DF2-10F913C0DABB}" srcOrd="0" destOrd="0" presId="urn:microsoft.com/office/officeart/2005/8/layout/process4"/>
    <dgm:cxn modelId="{ADC871CF-8F12-4A1F-8CBA-C23B99306C15}" type="presParOf" srcId="{32525013-9955-47C5-80EC-FFC8ACA11D9F}" destId="{D0868C54-E5A4-41E6-9477-733156144870}" srcOrd="0" destOrd="0" presId="urn:microsoft.com/office/officeart/2005/8/layout/process4"/>
    <dgm:cxn modelId="{2DEF5E0D-EF48-4B66-996A-9E13CEACA3F9}" type="presParOf" srcId="{D0868C54-E5A4-41E6-9477-733156144870}" destId="{1E4BE870-E920-4344-92E8-3D69EA67D207}" srcOrd="0" destOrd="0" presId="urn:microsoft.com/office/officeart/2005/8/layout/process4"/>
    <dgm:cxn modelId="{7F84E6EF-FE04-42E6-8C46-0CA792FB90E6}" type="presParOf" srcId="{32525013-9955-47C5-80EC-FFC8ACA11D9F}" destId="{29CBE6E7-8D7F-40E3-82A4-BCCA6EC26AB8}" srcOrd="1" destOrd="0" presId="urn:microsoft.com/office/officeart/2005/8/layout/process4"/>
    <dgm:cxn modelId="{1CB9E76E-6644-4F96-A2DA-EA6A4A297CD8}" type="presParOf" srcId="{32525013-9955-47C5-80EC-FFC8ACA11D9F}" destId="{3D1E93AE-4E5D-478F-82C2-B715348ACBB6}" srcOrd="2" destOrd="0" presId="urn:microsoft.com/office/officeart/2005/8/layout/process4"/>
    <dgm:cxn modelId="{673348BA-33CD-4970-9ACD-4207EA628AD0}" type="presParOf" srcId="{3D1E93AE-4E5D-478F-82C2-B715348ACBB6}" destId="{7F912BB6-C73E-4B4B-9E99-0898A91D9905}" srcOrd="0" destOrd="0" presId="urn:microsoft.com/office/officeart/2005/8/layout/process4"/>
    <dgm:cxn modelId="{B8D3BC1C-8A63-4638-858B-B6F6B7CB6A8B}" type="presParOf" srcId="{32525013-9955-47C5-80EC-FFC8ACA11D9F}" destId="{F7473279-3E8D-4064-ACD3-64D576241F6E}" srcOrd="3" destOrd="0" presId="urn:microsoft.com/office/officeart/2005/8/layout/process4"/>
    <dgm:cxn modelId="{5E400BEE-197A-4A65-B9A5-CDBF3DFC4911}" type="presParOf" srcId="{32525013-9955-47C5-80EC-FFC8ACA11D9F}" destId="{97E8BE6D-B57D-4BBF-83C2-E423A626E28E}" srcOrd="4" destOrd="0" presId="urn:microsoft.com/office/officeart/2005/8/layout/process4"/>
    <dgm:cxn modelId="{EE96FB95-63A0-4666-A077-E2977B71B8E0}" type="presParOf" srcId="{97E8BE6D-B57D-4BBF-83C2-E423A626E28E}" destId="{901EA239-4D80-4A4C-BFEF-C186B47E33FF}" srcOrd="0" destOrd="0" presId="urn:microsoft.com/office/officeart/2005/8/layout/process4"/>
    <dgm:cxn modelId="{210D5A3E-DB23-415A-8E02-63CE017B07B5}" type="presParOf" srcId="{32525013-9955-47C5-80EC-FFC8ACA11D9F}" destId="{6DAE47FF-FCD4-447A-B63D-DF7590AEFF5B}" srcOrd="5" destOrd="0" presId="urn:microsoft.com/office/officeart/2005/8/layout/process4"/>
    <dgm:cxn modelId="{243CBE7C-6631-459A-B85E-6C7D7504425E}" type="presParOf" srcId="{32525013-9955-47C5-80EC-FFC8ACA11D9F}" destId="{A0342F33-7575-4A07-8CB4-56375D9FBBA4}" srcOrd="6" destOrd="0" presId="urn:microsoft.com/office/officeart/2005/8/layout/process4"/>
    <dgm:cxn modelId="{D4EA90B3-3CCB-4513-AEE8-31F8E290A94C}" type="presParOf" srcId="{A0342F33-7575-4A07-8CB4-56375D9FBBA4}" destId="{F04A2457-C3B1-4CC4-BA01-20C483F5A0CC}" srcOrd="0" destOrd="0" presId="urn:microsoft.com/office/officeart/2005/8/layout/process4"/>
    <dgm:cxn modelId="{FF652167-ECB8-4345-94A9-63F4DF711C18}" type="presParOf" srcId="{32525013-9955-47C5-80EC-FFC8ACA11D9F}" destId="{016C89B7-4169-451F-8DE1-92B772393117}" srcOrd="7" destOrd="0" presId="urn:microsoft.com/office/officeart/2005/8/layout/process4"/>
    <dgm:cxn modelId="{8ED711B9-3C55-41F0-8A7D-04251A457375}" type="presParOf" srcId="{32525013-9955-47C5-80EC-FFC8ACA11D9F}" destId="{B04354F2-19C4-4BBC-A287-388DBBF6A246}" srcOrd="8" destOrd="0" presId="urn:microsoft.com/office/officeart/2005/8/layout/process4"/>
    <dgm:cxn modelId="{209462F8-082B-46F6-BDB9-025A6F9B6565}" type="presParOf" srcId="{B04354F2-19C4-4BBC-A287-388DBBF6A246}" destId="{5859816B-02F2-46EF-A6E0-0522BCBB21F5}" srcOrd="0" destOrd="0" presId="urn:microsoft.com/office/officeart/2005/8/layout/process4"/>
    <dgm:cxn modelId="{64BEBA95-EE72-439B-BC19-52883B35453C}" type="presParOf" srcId="{32525013-9955-47C5-80EC-FFC8ACA11D9F}" destId="{94169AD9-7BE7-4824-9D08-546113F2CC77}" srcOrd="9" destOrd="0" presId="urn:microsoft.com/office/officeart/2005/8/layout/process4"/>
    <dgm:cxn modelId="{BC953608-36E2-4E17-88EE-D02437045DF1}" type="presParOf" srcId="{32525013-9955-47C5-80EC-FFC8ACA11D9F}" destId="{F3243992-DEA4-48E2-92DE-B06B92B64961}" srcOrd="10" destOrd="0" presId="urn:microsoft.com/office/officeart/2005/8/layout/process4"/>
    <dgm:cxn modelId="{A524B2A0-9EF0-4A8C-B1D7-0F4BAFA7E813}" type="presParOf" srcId="{F3243992-DEA4-48E2-92DE-B06B92B64961}" destId="{66A5FE26-0A80-489A-8DF2-10F913C0DABB}" srcOrd="0" destOrd="0" presId="urn:microsoft.com/office/officeart/2005/8/layout/process4"/>
    <dgm:cxn modelId="{8D7B46EC-05C3-4B8B-8284-59DBB5AC714D}" type="presParOf" srcId="{32525013-9955-47C5-80EC-FFC8ACA11D9F}" destId="{B9BEB542-7FFD-4485-B7C9-93F0FF333A8A}" srcOrd="11" destOrd="0" presId="urn:microsoft.com/office/officeart/2005/8/layout/process4"/>
    <dgm:cxn modelId="{DC59BEC8-D63E-42FB-A580-4FB78E4D3771}" type="presParOf" srcId="{32525013-9955-47C5-80EC-FFC8ACA11D9F}" destId="{C7A44A32-C663-412C-937D-9672DF5F260B}" srcOrd="12" destOrd="0" presId="urn:microsoft.com/office/officeart/2005/8/layout/process4"/>
    <dgm:cxn modelId="{F9225DCC-6B44-4D6E-8E33-FE767F73689C}" type="presParOf" srcId="{C7A44A32-C663-412C-937D-9672DF5F260B}" destId="{68EE5F52-43D3-446E-A269-D7A954FBE683}" srcOrd="0" destOrd="0" presId="urn:microsoft.com/office/officeart/2005/8/layout/process4"/>
    <dgm:cxn modelId="{DAAFE2F6-BAA9-41E1-B7CF-6058E439D762}" type="presParOf" srcId="{32525013-9955-47C5-80EC-FFC8ACA11D9F}" destId="{D825A894-9295-4120-B2E2-A913B278304D}" srcOrd="13" destOrd="0" presId="urn:microsoft.com/office/officeart/2005/8/layout/process4"/>
    <dgm:cxn modelId="{427A8742-E515-4E95-82F2-CD77FE2525C0}" type="presParOf" srcId="{32525013-9955-47C5-80EC-FFC8ACA11D9F}" destId="{9D2D06F2-4466-4F5C-9751-B2F748A0BBE5}" srcOrd="14" destOrd="0" presId="urn:microsoft.com/office/officeart/2005/8/layout/process4"/>
    <dgm:cxn modelId="{D59D649E-D29D-4F33-8915-7ADC17F43B70}" type="presParOf" srcId="{9D2D06F2-4466-4F5C-9751-B2F748A0BBE5}" destId="{94314498-1AC4-4F34-B095-EDA8392002ED}" srcOrd="0"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BE870-E920-4344-92E8-3D69EA67D207}">
      <dsp:nvSpPr>
        <dsp:cNvPr id="0" name=""/>
        <dsp:cNvSpPr/>
      </dsp:nvSpPr>
      <dsp:spPr>
        <a:xfrm>
          <a:off x="0" y="3417893"/>
          <a:ext cx="4972834" cy="32046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Waste Segregation &amp; System Reset</a:t>
          </a:r>
        </a:p>
      </dsp:txBody>
      <dsp:txXfrm>
        <a:off x="0" y="3417893"/>
        <a:ext cx="4972834" cy="320469"/>
      </dsp:txXfrm>
    </dsp:sp>
    <dsp:sp modelId="{7F912BB6-C73E-4B4B-9E99-0898A91D9905}">
      <dsp:nvSpPr>
        <dsp:cNvPr id="0" name=""/>
        <dsp:cNvSpPr/>
      </dsp:nvSpPr>
      <dsp:spPr>
        <a:xfrm rot="10800000">
          <a:off x="0" y="2929818"/>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Motor Activation &amp; Bin Rotation</a:t>
          </a:r>
        </a:p>
      </dsp:txBody>
      <dsp:txXfrm rot="10800000">
        <a:off x="0" y="2929818"/>
        <a:ext cx="4972834" cy="320260"/>
      </dsp:txXfrm>
    </dsp:sp>
    <dsp:sp modelId="{901EA239-4D80-4A4C-BFEF-C186B47E33FF}">
      <dsp:nvSpPr>
        <dsp:cNvPr id="0" name=""/>
        <dsp:cNvSpPr/>
      </dsp:nvSpPr>
      <dsp:spPr>
        <a:xfrm rot="10800000">
          <a:off x="0" y="2441742"/>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Decision - making Algorithm</a:t>
          </a:r>
        </a:p>
      </dsp:txBody>
      <dsp:txXfrm rot="10800000">
        <a:off x="0" y="2441742"/>
        <a:ext cx="4972834" cy="320260"/>
      </dsp:txXfrm>
    </dsp:sp>
    <dsp:sp modelId="{F04A2457-C3B1-4CC4-BA01-20C483F5A0CC}">
      <dsp:nvSpPr>
        <dsp:cNvPr id="0" name=""/>
        <dsp:cNvSpPr/>
      </dsp:nvSpPr>
      <dsp:spPr>
        <a:xfrm rot="10800000">
          <a:off x="0" y="1966107"/>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0" i="0" kern="1200" dirty="0"/>
            <a:t>Data processing by Microcontroller</a:t>
          </a:r>
          <a:endParaRPr lang="en-IN" sz="1100" kern="1200" dirty="0"/>
        </a:p>
      </dsp:txBody>
      <dsp:txXfrm rot="10800000">
        <a:off x="0" y="1966107"/>
        <a:ext cx="4972834" cy="320260"/>
      </dsp:txXfrm>
    </dsp:sp>
    <dsp:sp modelId="{5859816B-02F2-46EF-A6E0-0522BCBB21F5}">
      <dsp:nvSpPr>
        <dsp:cNvPr id="0" name=""/>
        <dsp:cNvSpPr/>
      </dsp:nvSpPr>
      <dsp:spPr>
        <a:xfrm rot="10800000">
          <a:off x="0" y="1465591"/>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Metal Detection</a:t>
          </a:r>
        </a:p>
      </dsp:txBody>
      <dsp:txXfrm rot="10800000">
        <a:off x="0" y="1465591"/>
        <a:ext cx="4972834" cy="320260"/>
      </dsp:txXfrm>
    </dsp:sp>
    <dsp:sp modelId="{66A5FE26-0A80-489A-8DF2-10F913C0DABB}">
      <dsp:nvSpPr>
        <dsp:cNvPr id="0" name=""/>
        <dsp:cNvSpPr/>
      </dsp:nvSpPr>
      <dsp:spPr>
        <a:xfrm rot="10800000">
          <a:off x="0" y="977515"/>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Moisture Detection</a:t>
          </a:r>
        </a:p>
      </dsp:txBody>
      <dsp:txXfrm rot="10800000">
        <a:off x="0" y="977515"/>
        <a:ext cx="4972834" cy="320260"/>
      </dsp:txXfrm>
    </dsp:sp>
    <dsp:sp modelId="{68EE5F52-43D3-446E-A269-D7A954FBE683}">
      <dsp:nvSpPr>
        <dsp:cNvPr id="0" name=""/>
        <dsp:cNvSpPr/>
      </dsp:nvSpPr>
      <dsp:spPr>
        <a:xfrm rot="10800000">
          <a:off x="0" y="489440"/>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Waste Input Stage</a:t>
          </a:r>
        </a:p>
      </dsp:txBody>
      <dsp:txXfrm rot="10800000">
        <a:off x="0" y="489440"/>
        <a:ext cx="4972834" cy="320260"/>
      </dsp:txXfrm>
    </dsp:sp>
    <dsp:sp modelId="{94314498-1AC4-4F34-B095-EDA8392002ED}">
      <dsp:nvSpPr>
        <dsp:cNvPr id="0" name=""/>
        <dsp:cNvSpPr/>
      </dsp:nvSpPr>
      <dsp:spPr>
        <a:xfrm rot="10800000">
          <a:off x="0" y="13804"/>
          <a:ext cx="4972834" cy="49288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kern="1200" dirty="0"/>
            <a:t>User Authentication</a:t>
          </a:r>
        </a:p>
      </dsp:txBody>
      <dsp:txXfrm rot="10800000">
        <a:off x="0" y="13804"/>
        <a:ext cx="4972834" cy="3202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05" name="Google Shape;30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1" name="Google Shape;311;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xmlns="" id="{1AC94C67-7384-E141-0E6B-5CA40C0349A6}"/>
            </a:ext>
          </a:extLst>
        </p:cNvPr>
        <p:cNvGrpSpPr/>
        <p:nvPr/>
      </p:nvGrpSpPr>
      <p:grpSpPr>
        <a:xfrm>
          <a:off x="0" y="0"/>
          <a:ext cx="0" cy="0"/>
          <a:chOff x="0" y="0"/>
          <a:chExt cx="0" cy="0"/>
        </a:xfrm>
      </p:grpSpPr>
      <p:sp>
        <p:nvSpPr>
          <p:cNvPr id="467" name="Google Shape;467;g54dda1946d_4_2701:notes">
            <a:extLst>
              <a:ext uri="{FF2B5EF4-FFF2-40B4-BE49-F238E27FC236}">
                <a16:creationId xmlns:a16="http://schemas.microsoft.com/office/drawing/2014/main" xmlns="" id="{E2B37D6F-BAA6-E1D1-7A03-332DFC0C92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68" name="Google Shape;468;g54dda1946d_4_2701:notes">
            <a:extLst>
              <a:ext uri="{FF2B5EF4-FFF2-40B4-BE49-F238E27FC236}">
                <a16:creationId xmlns:a16="http://schemas.microsoft.com/office/drawing/2014/main" xmlns="" id="{4184EB15-3BD9-95AE-DC27-5D056EEFE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076328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73" name="Google Shape;373;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53" name="Google Shape;35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6" name="Google Shape;42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xmlns="" id="{CE2FF538-D20A-613B-8F2A-A92E7E4875B9}"/>
            </a:ext>
          </a:extLst>
        </p:cNvPr>
        <p:cNvGrpSpPr/>
        <p:nvPr/>
      </p:nvGrpSpPr>
      <p:grpSpPr>
        <a:xfrm>
          <a:off x="0" y="0"/>
          <a:ext cx="0" cy="0"/>
          <a:chOff x="0" y="0"/>
          <a:chExt cx="0" cy="0"/>
        </a:xfrm>
      </p:grpSpPr>
      <p:sp>
        <p:nvSpPr>
          <p:cNvPr id="458" name="Google Shape;458;g184d99d1a72_0_242:notes">
            <a:extLst>
              <a:ext uri="{FF2B5EF4-FFF2-40B4-BE49-F238E27FC236}">
                <a16:creationId xmlns:a16="http://schemas.microsoft.com/office/drawing/2014/main" xmlns="" id="{4FB110C4-D7FE-9B07-AD2E-456B41B612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9" name="Google Shape;459;g184d99d1a72_0_242:notes">
            <a:extLst>
              <a:ext uri="{FF2B5EF4-FFF2-40B4-BE49-F238E27FC236}">
                <a16:creationId xmlns:a16="http://schemas.microsoft.com/office/drawing/2014/main" xmlns="" id="{7A97E529-E116-79D0-A630-87F9A4F505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684456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84d99d1a72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9" name="Google Shape;459;g184d99d1a72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74" name="Google Shape;474;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5" name="Google Shape;485;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51722045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11" name="Google Shape;511;g2517220450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3" name="Google Shape;44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bit.ly/3A1uf1Q"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bit.ly/2TtBDfr" TargetMode="External"/><Relationship Id="rId10" Type="http://schemas.openxmlformats.org/officeDocument/2006/relationships/image" Target="../media/image6.png"/><Relationship Id="rId4" Type="http://schemas.openxmlformats.org/officeDocument/2006/relationships/hyperlink" Target="http://bit.ly/2TyoMsr" TargetMode="External"/><Relationship Id="rId9"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 name="Google Shape;10;p2"/>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alphaModFix/>
              </a:blip>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alphaModFix/>
              </a:blip>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alphaModFix/>
              </a:blip>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alphaModFix/>
              </a:blip>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alphaModFix/>
            </a:blip>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alphaModFix/>
            </a:blip>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4" name="Google Shape;24;p3"/>
          <p:cNvPicPr preferRelativeResize="0"/>
          <p:nvPr/>
        </p:nvPicPr>
        <p:blipFill>
          <a:blip r:embed="rId3">
            <a:alphaModFix/>
          </a:blip>
          <a:stretch>
            <a:fillRect/>
          </a:stretch>
        </p:blipFill>
        <p:spPr>
          <a:xfrm>
            <a:off x="8171225" y="0"/>
            <a:ext cx="972775" cy="972775"/>
          </a:xfrm>
          <a:prstGeom prst="rect">
            <a:avLst/>
          </a:prstGeom>
          <a:noFill/>
          <a:ln>
            <a:noFill/>
          </a:ln>
        </p:spPr>
      </p:pic>
      <p:grpSp>
        <p:nvGrpSpPr>
          <p:cNvPr id="25" name="Google Shape;25;p3"/>
          <p:cNvGrpSpPr/>
          <p:nvPr/>
        </p:nvGrpSpPr>
        <p:grpSpPr>
          <a:xfrm>
            <a:off x="4303195" y="4617494"/>
            <a:ext cx="4845850" cy="529600"/>
            <a:chOff x="4296376" y="4610675"/>
            <a:chExt cx="4845850" cy="529600"/>
          </a:xfrm>
        </p:grpSpPr>
        <p:pic>
          <p:nvPicPr>
            <p:cNvPr id="26" name="Google Shape;26;p3"/>
            <p:cNvPicPr preferRelativeResize="0"/>
            <p:nvPr/>
          </p:nvPicPr>
          <p:blipFill>
            <a:blip r:embed="rId4">
              <a:alphaModFix/>
            </a:blip>
            <a:stretch>
              <a:fillRect/>
            </a:stretch>
          </p:blipFill>
          <p:spPr>
            <a:xfrm rot="10800000">
              <a:off x="4296376" y="4610675"/>
              <a:ext cx="4845850" cy="529600"/>
            </a:xfrm>
            <a:prstGeom prst="rect">
              <a:avLst/>
            </a:prstGeom>
            <a:noFill/>
            <a:ln>
              <a:noFill/>
            </a:ln>
          </p:spPr>
        </p:pic>
        <p:pic>
          <p:nvPicPr>
            <p:cNvPr id="27" name="Google Shape;27;p3"/>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sp>
        <p:nvSpPr>
          <p:cNvPr id="28" name="Google Shape;28;p3"/>
          <p:cNvSpPr txBox="1">
            <a:spLocks noGrp="1"/>
          </p:cNvSpPr>
          <p:nvPr>
            <p:ph type="title"/>
          </p:nvPr>
        </p:nvSpPr>
        <p:spPr>
          <a:xfrm>
            <a:off x="4047175" y="2409650"/>
            <a:ext cx="4383600" cy="1391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5690275" y="1037350"/>
            <a:ext cx="1097400" cy="10974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 name="Google Shape;30;p3"/>
          <p:cNvSpPr>
            <a:spLocks noGrp="1"/>
          </p:cNvSpPr>
          <p:nvPr>
            <p:ph type="pic" idx="3"/>
          </p:nvPr>
        </p:nvSpPr>
        <p:spPr>
          <a:xfrm>
            <a:off x="713225" y="539500"/>
            <a:ext cx="2760600" cy="4064400"/>
          </a:xfrm>
          <a:prstGeom prst="round2DiagRect">
            <a:avLst>
              <a:gd name="adj1" fmla="val 16667"/>
              <a:gd name="adj2" fmla="val 0"/>
            </a:avLst>
          </a:prstGeom>
          <a:no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pic>
        <p:nvPicPr>
          <p:cNvPr id="32" name="Google Shape;32;p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33" name="Google Shape;33;p4"/>
          <p:cNvSpPr txBox="1">
            <a:spLocks noGrp="1"/>
          </p:cNvSpPr>
          <p:nvPr>
            <p:ph type="title"/>
          </p:nvPr>
        </p:nvSpPr>
        <p:spPr>
          <a:xfrm>
            <a:off x="713225" y="1099175"/>
            <a:ext cx="3171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 name="Google Shape;34;p4"/>
          <p:cNvSpPr txBox="1">
            <a:spLocks noGrp="1"/>
          </p:cNvSpPr>
          <p:nvPr>
            <p:ph type="body" idx="1"/>
          </p:nvPr>
        </p:nvSpPr>
        <p:spPr>
          <a:xfrm>
            <a:off x="713225" y="1869900"/>
            <a:ext cx="3171900" cy="2174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5" name="Google Shape;35;p4"/>
          <p:cNvGrpSpPr/>
          <p:nvPr/>
        </p:nvGrpSpPr>
        <p:grpSpPr>
          <a:xfrm flipH="1">
            <a:off x="2620475" y="0"/>
            <a:ext cx="6523526" cy="369900"/>
            <a:chOff x="0" y="0"/>
            <a:chExt cx="6523526" cy="369900"/>
          </a:xfrm>
        </p:grpSpPr>
        <p:pic>
          <p:nvPicPr>
            <p:cNvPr id="36" name="Google Shape;36;p4"/>
            <p:cNvPicPr preferRelativeResize="0"/>
            <p:nvPr/>
          </p:nvPicPr>
          <p:blipFill>
            <a:blip r:embed="rId3">
              <a:alphaModFix/>
            </a:blip>
            <a:stretch>
              <a:fillRect/>
            </a:stretch>
          </p:blipFill>
          <p:spPr>
            <a:xfrm>
              <a:off x="0" y="0"/>
              <a:ext cx="6523526" cy="369900"/>
            </a:xfrm>
            <a:prstGeom prst="rect">
              <a:avLst/>
            </a:prstGeom>
            <a:noFill/>
            <a:ln>
              <a:noFill/>
            </a:ln>
          </p:spPr>
        </p:pic>
        <p:pic>
          <p:nvPicPr>
            <p:cNvPr id="37" name="Google Shape;37;p4"/>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38" name="Google Shape;38;p4"/>
          <p:cNvPicPr preferRelativeResize="0"/>
          <p:nvPr/>
        </p:nvPicPr>
        <p:blipFill>
          <a:blip r:embed="rId5">
            <a:alphaModFix/>
          </a:blip>
          <a:stretch>
            <a:fillRect/>
          </a:stretch>
        </p:blipFill>
        <p:spPr>
          <a:xfrm rot="5400000" flipH="1">
            <a:off x="0" y="4170737"/>
            <a:ext cx="972775" cy="972775"/>
          </a:xfrm>
          <a:prstGeom prst="rect">
            <a:avLst/>
          </a:prstGeom>
          <a:noFill/>
          <a:ln>
            <a:noFill/>
          </a:ln>
        </p:spPr>
      </p:pic>
      <p:pic>
        <p:nvPicPr>
          <p:cNvPr id="39" name="Google Shape;39;p4"/>
          <p:cNvPicPr preferRelativeResize="0"/>
          <p:nvPr/>
        </p:nvPicPr>
        <p:blipFill>
          <a:blip r:embed="rId6">
            <a:alphaModFix/>
          </a:blip>
          <a:stretch>
            <a:fillRect/>
          </a:stretch>
        </p:blipFill>
        <p:spPr>
          <a:xfrm>
            <a:off x="7249350" y="3712050"/>
            <a:ext cx="1768001" cy="1350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pic>
        <p:nvPicPr>
          <p:cNvPr id="41" name="Google Shape;41;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2" name="Google Shape;42;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5"/>
          <p:cNvSpPr txBox="1">
            <a:spLocks noGrp="1"/>
          </p:cNvSpPr>
          <p:nvPr>
            <p:ph type="subTitle" idx="1"/>
          </p:nvPr>
        </p:nvSpPr>
        <p:spPr>
          <a:xfrm>
            <a:off x="3553500" y="3054555"/>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 name="Google Shape;44;p5"/>
          <p:cNvSpPr txBox="1">
            <a:spLocks noGrp="1"/>
          </p:cNvSpPr>
          <p:nvPr>
            <p:ph type="subTitle" idx="2"/>
          </p:nvPr>
        </p:nvSpPr>
        <p:spPr>
          <a:xfrm>
            <a:off x="3553500" y="1649136"/>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5" name="Google Shape;45;p5"/>
          <p:cNvSpPr txBox="1">
            <a:spLocks noGrp="1"/>
          </p:cNvSpPr>
          <p:nvPr>
            <p:ph type="subTitle" idx="3"/>
          </p:nvPr>
        </p:nvSpPr>
        <p:spPr>
          <a:xfrm>
            <a:off x="1859700" y="1649136"/>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 name="Google Shape;46;p5"/>
          <p:cNvSpPr txBox="1">
            <a:spLocks noGrp="1"/>
          </p:cNvSpPr>
          <p:nvPr>
            <p:ph type="subTitle" idx="4"/>
          </p:nvPr>
        </p:nvSpPr>
        <p:spPr>
          <a:xfrm>
            <a:off x="1859700" y="3054549"/>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47" name="Google Shape;47;p5"/>
          <p:cNvGrpSpPr/>
          <p:nvPr/>
        </p:nvGrpSpPr>
        <p:grpSpPr>
          <a:xfrm rot="10800000">
            <a:off x="2620475" y="4773475"/>
            <a:ext cx="6523526" cy="369900"/>
            <a:chOff x="0" y="0"/>
            <a:chExt cx="6523526" cy="369900"/>
          </a:xfrm>
        </p:grpSpPr>
        <p:pic>
          <p:nvPicPr>
            <p:cNvPr id="48" name="Google Shape;48;p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49" name="Google Shape;49;p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50" name="Google Shape;50;p5"/>
          <p:cNvPicPr preferRelativeResize="0"/>
          <p:nvPr/>
        </p:nvPicPr>
        <p:blipFill>
          <a:blip r:embed="rId5">
            <a:alphaModFix/>
          </a:blip>
          <a:stretch>
            <a:fillRect/>
          </a:stretch>
        </p:blipFill>
        <p:spPr>
          <a:xfrm>
            <a:off x="0" y="4170737"/>
            <a:ext cx="972775" cy="972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pic>
        <p:nvPicPr>
          <p:cNvPr id="52" name="Google Shape;52;p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3" name="Google Shape;53;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54" name="Google Shape;54;p6"/>
          <p:cNvPicPr preferRelativeResize="0"/>
          <p:nvPr/>
        </p:nvPicPr>
        <p:blipFill rotWithShape="1">
          <a:blip r:embed="rId3">
            <a:alphaModFix/>
          </a:blip>
          <a:srcRect l="31651" t="130" b="18270"/>
          <a:stretch/>
        </p:blipFill>
        <p:spPr>
          <a:xfrm rot="10800000" flipH="1">
            <a:off x="8199274" y="11375"/>
            <a:ext cx="1173326" cy="1070099"/>
          </a:xfrm>
          <a:prstGeom prst="rect">
            <a:avLst/>
          </a:prstGeom>
          <a:noFill/>
          <a:ln>
            <a:noFill/>
          </a:ln>
        </p:spPr>
      </p:pic>
      <p:pic>
        <p:nvPicPr>
          <p:cNvPr id="55" name="Google Shape;55;p6"/>
          <p:cNvPicPr preferRelativeResize="0"/>
          <p:nvPr/>
        </p:nvPicPr>
        <p:blipFill>
          <a:blip r:embed="rId4">
            <a:alphaModFix/>
          </a:blip>
          <a:stretch>
            <a:fillRect/>
          </a:stretch>
        </p:blipFill>
        <p:spPr>
          <a:xfrm rot="10800000">
            <a:off x="-1" y="4170725"/>
            <a:ext cx="972775" cy="9727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8" name="Google Shape;58;p7"/>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7"/>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0" name="Google Shape;60;p7"/>
          <p:cNvSpPr>
            <a:spLocks noGrp="1"/>
          </p:cNvSpPr>
          <p:nvPr>
            <p:ph type="pic" idx="2"/>
          </p:nvPr>
        </p:nvSpPr>
        <p:spPr>
          <a:xfrm>
            <a:off x="5643775" y="539500"/>
            <a:ext cx="2787000" cy="4064400"/>
          </a:xfrm>
          <a:prstGeom prst="round2DiagRect">
            <a:avLst>
              <a:gd name="adj1" fmla="val 16667"/>
              <a:gd name="adj2" fmla="val 0"/>
            </a:avLst>
          </a:prstGeom>
          <a:noFill/>
          <a:ln>
            <a:noFill/>
          </a:ln>
        </p:spPr>
        <p:txBody>
          <a:bodyPr/>
          <a:lstStyle/>
          <a:p>
            <a:endParaRPr lang="en-US"/>
          </a:p>
        </p:txBody>
      </p:sp>
      <p:pic>
        <p:nvPicPr>
          <p:cNvPr id="61" name="Google Shape;61;p7"/>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alphaModFix/>
            </a:blip>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alphaModFix/>
            </a:blip>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68" name="Google Shape;6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69" name="Google Shape;69;p8"/>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pic>
        <p:nvPicPr>
          <p:cNvPr id="75" name="Google Shape;75;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76" name="Google Shape;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alphaModFix/>
            </a:blip>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
        <p:cNvGrpSpPr/>
        <p:nvPr/>
      </p:nvGrpSpPr>
      <p:grpSpPr>
        <a:xfrm>
          <a:off x="0" y="0"/>
          <a:ext cx="0" cy="0"/>
          <a:chOff x="0" y="0"/>
          <a:chExt cx="0" cy="0"/>
        </a:xfrm>
      </p:grpSpPr>
      <p:sp>
        <p:nvSpPr>
          <p:cNvPr id="85" name="Google Shape;85;p10"/>
          <p:cNvSpPr>
            <a:spLocks noGrp="1"/>
          </p:cNvSpPr>
          <p:nvPr>
            <p:ph type="pic" idx="2"/>
          </p:nvPr>
        </p:nvSpPr>
        <p:spPr>
          <a:xfrm>
            <a:off x="0" y="0"/>
            <a:ext cx="9144000" cy="5143500"/>
          </a:xfrm>
          <a:prstGeom prst="rect">
            <a:avLst/>
          </a:prstGeom>
          <a:noFill/>
          <a:ln>
            <a:noFill/>
          </a:ln>
        </p:spPr>
        <p:txBody>
          <a:bodyPr/>
          <a:lstStyle/>
          <a:p>
            <a:endParaRPr lang="en-US"/>
          </a:p>
        </p:txBody>
      </p:sp>
      <p:sp>
        <p:nvSpPr>
          <p:cNvPr id="86" name="Google Shape;86;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7"/>
        <p:cNvGrpSpPr/>
        <p:nvPr/>
      </p:nvGrpSpPr>
      <p:grpSpPr>
        <a:xfrm>
          <a:off x="0" y="0"/>
          <a:ext cx="0" cy="0"/>
          <a:chOff x="0" y="0"/>
          <a:chExt cx="0" cy="0"/>
        </a:xfrm>
      </p:grpSpPr>
      <p:pic>
        <p:nvPicPr>
          <p:cNvPr id="88" name="Google Shape;88;p1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89" name="Google Shape;89;p11"/>
          <p:cNvSpPr txBox="1">
            <a:spLocks noGrp="1"/>
          </p:cNvSpPr>
          <p:nvPr>
            <p:ph type="title" hasCustomPrompt="1"/>
          </p:nvPr>
        </p:nvSpPr>
        <p:spPr>
          <a:xfrm>
            <a:off x="2476500" y="1872450"/>
            <a:ext cx="4191000" cy="10437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a:spLocks noGrp="1"/>
          </p:cNvSpPr>
          <p:nvPr>
            <p:ph type="subTitle" idx="1"/>
          </p:nvPr>
        </p:nvSpPr>
        <p:spPr>
          <a:xfrm>
            <a:off x="2476500" y="2839950"/>
            <a:ext cx="4191000" cy="4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91" name="Google Shape;91;p11"/>
          <p:cNvPicPr preferRelativeResize="0"/>
          <p:nvPr/>
        </p:nvPicPr>
        <p:blipFill>
          <a:blip r:embed="rId3">
            <a:alphaModFix/>
          </a:blip>
          <a:stretch>
            <a:fillRect/>
          </a:stretch>
        </p:blipFill>
        <p:spPr>
          <a:xfrm rot="5400000">
            <a:off x="-170784" y="263618"/>
            <a:ext cx="1768000" cy="1350575"/>
          </a:xfrm>
          <a:prstGeom prst="rect">
            <a:avLst/>
          </a:prstGeom>
          <a:noFill/>
          <a:ln>
            <a:noFill/>
          </a:ln>
        </p:spPr>
      </p:pic>
      <p:grpSp>
        <p:nvGrpSpPr>
          <p:cNvPr id="92" name="Google Shape;92;p11"/>
          <p:cNvGrpSpPr/>
          <p:nvPr/>
        </p:nvGrpSpPr>
        <p:grpSpPr>
          <a:xfrm flipH="1">
            <a:off x="0" y="0"/>
            <a:ext cx="9144000" cy="5158300"/>
            <a:chOff x="0" y="0"/>
            <a:chExt cx="9144000" cy="5158300"/>
          </a:xfrm>
        </p:grpSpPr>
        <p:pic>
          <p:nvPicPr>
            <p:cNvPr id="93" name="Google Shape;93;p11"/>
            <p:cNvPicPr preferRelativeResize="0"/>
            <p:nvPr/>
          </p:nvPicPr>
          <p:blipFill>
            <a:blip r:embed="rId4">
              <a:alphaModFix/>
            </a:blip>
            <a:stretch>
              <a:fillRect/>
            </a:stretch>
          </p:blipFill>
          <p:spPr>
            <a:xfrm>
              <a:off x="7892450" y="0"/>
              <a:ext cx="1251550" cy="1251550"/>
            </a:xfrm>
            <a:prstGeom prst="rect">
              <a:avLst/>
            </a:prstGeom>
            <a:noFill/>
            <a:ln>
              <a:noFill/>
            </a:ln>
          </p:spPr>
        </p:pic>
        <p:pic>
          <p:nvPicPr>
            <p:cNvPr id="94" name="Google Shape;94;p11"/>
            <p:cNvPicPr preferRelativeResize="0"/>
            <p:nvPr/>
          </p:nvPicPr>
          <p:blipFill>
            <a:blip r:embed="rId5">
              <a:alphaModFix/>
            </a:blip>
            <a:stretch>
              <a:fillRect/>
            </a:stretch>
          </p:blipFill>
          <p:spPr>
            <a:xfrm>
              <a:off x="0" y="3906750"/>
              <a:ext cx="1251550" cy="1251550"/>
            </a:xfrm>
            <a:prstGeom prst="rect">
              <a:avLst/>
            </a:prstGeom>
            <a:noFill/>
            <a:ln>
              <a:noFill/>
            </a:ln>
          </p:spPr>
        </p:pic>
      </p:grpSp>
      <p:grpSp>
        <p:nvGrpSpPr>
          <p:cNvPr id="95" name="Google Shape;95;p11"/>
          <p:cNvGrpSpPr/>
          <p:nvPr/>
        </p:nvGrpSpPr>
        <p:grpSpPr>
          <a:xfrm flipH="1">
            <a:off x="-5031" y="0"/>
            <a:ext cx="9149031" cy="5153900"/>
            <a:chOff x="0" y="0"/>
            <a:chExt cx="9149031" cy="5153900"/>
          </a:xfrm>
        </p:grpSpPr>
        <p:grpSp>
          <p:nvGrpSpPr>
            <p:cNvPr id="96" name="Google Shape;96;p11"/>
            <p:cNvGrpSpPr/>
            <p:nvPr/>
          </p:nvGrpSpPr>
          <p:grpSpPr>
            <a:xfrm>
              <a:off x="2633530" y="4624325"/>
              <a:ext cx="6515501" cy="529575"/>
              <a:chOff x="2633530" y="4624325"/>
              <a:chExt cx="6515501" cy="529575"/>
            </a:xfrm>
          </p:grpSpPr>
          <p:pic>
            <p:nvPicPr>
              <p:cNvPr id="97" name="Google Shape;97;p11"/>
              <p:cNvPicPr preferRelativeResize="0"/>
              <p:nvPr/>
            </p:nvPicPr>
            <p:blipFill>
              <a:blip r:embed="rId6">
                <a:alphaModFix/>
              </a:blip>
              <a:stretch>
                <a:fillRect/>
              </a:stretch>
            </p:blipFill>
            <p:spPr>
              <a:xfrm rot="10800000">
                <a:off x="2633530" y="4624325"/>
                <a:ext cx="6515501" cy="529575"/>
              </a:xfrm>
              <a:prstGeom prst="rect">
                <a:avLst/>
              </a:prstGeom>
              <a:noFill/>
              <a:ln>
                <a:noFill/>
              </a:ln>
            </p:spPr>
          </p:pic>
          <p:pic>
            <p:nvPicPr>
              <p:cNvPr id="98" name="Google Shape;98;p11"/>
              <p:cNvPicPr preferRelativeResize="0"/>
              <p:nvPr/>
            </p:nvPicPr>
            <p:blipFill>
              <a:blip r:embed="rId7">
                <a:alphaModFix/>
              </a:blip>
              <a:stretch>
                <a:fillRect/>
              </a:stretch>
            </p:blipFill>
            <p:spPr>
              <a:xfrm rot="10800000">
                <a:off x="7300206" y="4854618"/>
                <a:ext cx="1585464" cy="69000"/>
              </a:xfrm>
              <a:prstGeom prst="rect">
                <a:avLst/>
              </a:prstGeom>
              <a:noFill/>
              <a:ln>
                <a:noFill/>
              </a:ln>
            </p:spPr>
          </p:pic>
        </p:grpSp>
        <p:grpSp>
          <p:nvGrpSpPr>
            <p:cNvPr id="99" name="Google Shape;99;p11"/>
            <p:cNvGrpSpPr/>
            <p:nvPr/>
          </p:nvGrpSpPr>
          <p:grpSpPr>
            <a:xfrm>
              <a:off x="0" y="0"/>
              <a:ext cx="6523526" cy="536050"/>
              <a:chOff x="0" y="0"/>
              <a:chExt cx="6523526" cy="536050"/>
            </a:xfrm>
          </p:grpSpPr>
          <p:pic>
            <p:nvPicPr>
              <p:cNvPr id="100" name="Google Shape;100;p11"/>
              <p:cNvPicPr preferRelativeResize="0"/>
              <p:nvPr/>
            </p:nvPicPr>
            <p:blipFill>
              <a:blip r:embed="rId8">
                <a:alphaModFix/>
              </a:blip>
              <a:stretch>
                <a:fillRect/>
              </a:stretch>
            </p:blipFill>
            <p:spPr>
              <a:xfrm>
                <a:off x="0" y="0"/>
                <a:ext cx="6523526" cy="536050"/>
              </a:xfrm>
              <a:prstGeom prst="rect">
                <a:avLst/>
              </a:prstGeom>
              <a:noFill/>
              <a:ln>
                <a:noFill/>
              </a:ln>
            </p:spPr>
          </p:pic>
          <p:pic>
            <p:nvPicPr>
              <p:cNvPr id="101" name="Google Shape;101;p11"/>
              <p:cNvPicPr preferRelativeResize="0"/>
              <p:nvPr/>
            </p:nvPicPr>
            <p:blipFill>
              <a:blip r:embed="rId7">
                <a:alphaModFix/>
              </a:blip>
              <a:stretch>
                <a:fillRect/>
              </a:stretch>
            </p:blipFill>
            <p:spPr>
              <a:xfrm>
                <a:off x="265125" y="246605"/>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3"/>
        <p:cNvGrpSpPr/>
        <p:nvPr/>
      </p:nvGrpSpPr>
      <p:grpSpPr>
        <a:xfrm>
          <a:off x="0" y="0"/>
          <a:ext cx="0" cy="0"/>
          <a:chOff x="0" y="0"/>
          <a:chExt cx="0" cy="0"/>
        </a:xfrm>
      </p:grpSpPr>
      <p:pic>
        <p:nvPicPr>
          <p:cNvPr id="104" name="Google Shape;104;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5" name="Google Shape;105;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3"/>
          <p:cNvSpPr txBox="1">
            <a:spLocks noGrp="1"/>
          </p:cNvSpPr>
          <p:nvPr>
            <p:ph type="title" idx="2" hasCustomPrompt="1"/>
          </p:nvPr>
        </p:nvSpPr>
        <p:spPr>
          <a:xfrm>
            <a:off x="37592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6900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37591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5" hasCustomPrompt="1"/>
          </p:nvPr>
        </p:nvSpPr>
        <p:spPr>
          <a:xfrm>
            <a:off x="46899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6" hasCustomPrompt="1"/>
          </p:nvPr>
        </p:nvSpPr>
        <p:spPr>
          <a:xfrm>
            <a:off x="37592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7" hasCustomPrompt="1"/>
          </p:nvPr>
        </p:nvSpPr>
        <p:spPr>
          <a:xfrm>
            <a:off x="46900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3" name="Google Shape;113;p13"/>
          <p:cNvSpPr txBox="1">
            <a:spLocks noGrp="1"/>
          </p:cNvSpPr>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4" name="Google Shape;114;p13"/>
          <p:cNvSpPr txBox="1">
            <a:spLocks noGrp="1"/>
          </p:cNvSpPr>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5" name="Google Shape;115;p13"/>
          <p:cNvSpPr txBox="1">
            <a:spLocks noGrp="1"/>
          </p:cNvSpPr>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6" name="Google Shape;116;p13"/>
          <p:cNvSpPr txBox="1">
            <a:spLocks noGrp="1"/>
          </p:cNvSpPr>
          <p:nvPr>
            <p:ph type="subTitle" idx="14"/>
          </p:nvPr>
        </p:nvSpPr>
        <p:spPr>
          <a:xfrm>
            <a:off x="5575300" y="2781754"/>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7" name="Google Shape;117;p13"/>
          <p:cNvSpPr txBox="1">
            <a:spLocks noGrp="1"/>
          </p:cNvSpPr>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24"/>
        <p:cNvGrpSpPr/>
        <p:nvPr/>
      </p:nvGrpSpPr>
      <p:grpSpPr>
        <a:xfrm>
          <a:off x="0" y="0"/>
          <a:ext cx="0" cy="0"/>
          <a:chOff x="0" y="0"/>
          <a:chExt cx="0" cy="0"/>
        </a:xfrm>
      </p:grpSpPr>
      <p:pic>
        <p:nvPicPr>
          <p:cNvPr id="125" name="Google Shape;125;p1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26" name="Google Shape;126;p14"/>
          <p:cNvSpPr txBox="1">
            <a:spLocks noGrp="1"/>
          </p:cNvSpPr>
          <p:nvPr>
            <p:ph type="title"/>
          </p:nvPr>
        </p:nvSpPr>
        <p:spPr>
          <a:xfrm>
            <a:off x="3835425" y="801507"/>
            <a:ext cx="4089300" cy="105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4"/>
          <p:cNvSpPr txBox="1">
            <a:spLocks noGrp="1"/>
          </p:cNvSpPr>
          <p:nvPr>
            <p:ph type="subTitle" idx="1"/>
          </p:nvPr>
        </p:nvSpPr>
        <p:spPr>
          <a:xfrm>
            <a:off x="3835425" y="1898175"/>
            <a:ext cx="4089300" cy="213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pic>
        <p:nvPicPr>
          <p:cNvPr id="128" name="Google Shape;128;p14"/>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129" name="Google Shape;129;p14"/>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130" name="Google Shape;130;p14"/>
          <p:cNvGrpSpPr/>
          <p:nvPr/>
        </p:nvGrpSpPr>
        <p:grpSpPr>
          <a:xfrm>
            <a:off x="3881699" y="4752250"/>
            <a:ext cx="5260526" cy="388025"/>
            <a:chOff x="3881699" y="4752250"/>
            <a:chExt cx="5260526" cy="388025"/>
          </a:xfrm>
        </p:grpSpPr>
        <p:pic>
          <p:nvPicPr>
            <p:cNvPr id="131" name="Google Shape;131;p14"/>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132" name="Google Shape;132;p14"/>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33"/>
        <p:cNvGrpSpPr/>
        <p:nvPr/>
      </p:nvGrpSpPr>
      <p:grpSpPr>
        <a:xfrm>
          <a:off x="0" y="0"/>
          <a:ext cx="0" cy="0"/>
          <a:chOff x="0" y="0"/>
          <a:chExt cx="0" cy="0"/>
        </a:xfrm>
      </p:grpSpPr>
      <p:pic>
        <p:nvPicPr>
          <p:cNvPr id="134" name="Google Shape;134;p1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35" name="Google Shape;135;p15"/>
          <p:cNvSpPr txBox="1">
            <a:spLocks noGrp="1"/>
          </p:cNvSpPr>
          <p:nvPr>
            <p:ph type="title"/>
          </p:nvPr>
        </p:nvSpPr>
        <p:spPr>
          <a:xfrm>
            <a:off x="6001375" y="539500"/>
            <a:ext cx="2429400" cy="107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6" name="Google Shape;136;p15"/>
          <p:cNvSpPr txBox="1">
            <a:spLocks noGrp="1"/>
          </p:cNvSpPr>
          <p:nvPr>
            <p:ph type="subTitle" idx="1"/>
          </p:nvPr>
        </p:nvSpPr>
        <p:spPr>
          <a:xfrm>
            <a:off x="6001375" y="1515400"/>
            <a:ext cx="2429400" cy="123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7" name="Google Shape;137;p15"/>
          <p:cNvSpPr>
            <a:spLocks noGrp="1"/>
          </p:cNvSpPr>
          <p:nvPr>
            <p:ph type="pic" idx="2"/>
          </p:nvPr>
        </p:nvSpPr>
        <p:spPr>
          <a:xfrm>
            <a:off x="713225" y="539500"/>
            <a:ext cx="2801100" cy="4064700"/>
          </a:xfrm>
          <a:prstGeom prst="round2DiagRect">
            <a:avLst>
              <a:gd name="adj1" fmla="val 16667"/>
              <a:gd name="adj2" fmla="val 0"/>
            </a:avLst>
          </a:prstGeom>
          <a:noFill/>
          <a:ln>
            <a:noFill/>
          </a:ln>
        </p:spPr>
        <p:txBody>
          <a:bodyPr/>
          <a:lstStyle/>
          <a:p>
            <a:endParaRPr lang="en-US"/>
          </a:p>
        </p:txBody>
      </p:sp>
      <p:sp>
        <p:nvSpPr>
          <p:cNvPr id="138" name="Google Shape;138;p15"/>
          <p:cNvSpPr>
            <a:spLocks noGrp="1"/>
          </p:cNvSpPr>
          <p:nvPr>
            <p:ph type="pic" idx="3"/>
          </p:nvPr>
        </p:nvSpPr>
        <p:spPr>
          <a:xfrm>
            <a:off x="3595575" y="539500"/>
            <a:ext cx="2191200" cy="2328300"/>
          </a:xfrm>
          <a:prstGeom prst="round2DiagRect">
            <a:avLst>
              <a:gd name="adj1" fmla="val 16667"/>
              <a:gd name="adj2" fmla="val 0"/>
            </a:avLst>
          </a:prstGeom>
          <a:noFill/>
          <a:ln>
            <a:noFill/>
          </a:ln>
        </p:spPr>
        <p:txBody>
          <a:bodyPr/>
          <a:lstStyle/>
          <a:p>
            <a:endParaRPr lang="en-US"/>
          </a:p>
        </p:txBody>
      </p:sp>
      <p:sp>
        <p:nvSpPr>
          <p:cNvPr id="139" name="Google Shape;139;p15"/>
          <p:cNvSpPr>
            <a:spLocks noGrp="1"/>
          </p:cNvSpPr>
          <p:nvPr>
            <p:ph type="pic" idx="4"/>
          </p:nvPr>
        </p:nvSpPr>
        <p:spPr>
          <a:xfrm>
            <a:off x="3595575" y="2953775"/>
            <a:ext cx="4835100" cy="1650300"/>
          </a:xfrm>
          <a:prstGeom prst="round2DiagRect">
            <a:avLst>
              <a:gd name="adj1" fmla="val 16667"/>
              <a:gd name="adj2" fmla="val 0"/>
            </a:avLst>
          </a:prstGeom>
          <a:noFill/>
          <a:ln>
            <a:noFill/>
          </a:ln>
        </p:spPr>
        <p:txBody>
          <a:bodyPr/>
          <a:lstStyle/>
          <a:p>
            <a:endParaRPr lang="en-US"/>
          </a:p>
        </p:txBody>
      </p:sp>
      <p:pic>
        <p:nvPicPr>
          <p:cNvPr id="140" name="Google Shape;140;p15"/>
          <p:cNvPicPr preferRelativeResize="0"/>
          <p:nvPr/>
        </p:nvPicPr>
        <p:blipFill rotWithShape="1">
          <a:blip r:embed="rId3">
            <a:alphaModFix/>
          </a:blip>
          <a:srcRect l="73637" t="129" b="129"/>
          <a:stretch/>
        </p:blipFill>
        <p:spPr>
          <a:xfrm>
            <a:off x="10239" y="3372450"/>
            <a:ext cx="452574" cy="1307951"/>
          </a:xfrm>
          <a:prstGeom prst="rect">
            <a:avLst/>
          </a:prstGeom>
          <a:noFill/>
          <a:ln>
            <a:noFill/>
          </a:ln>
        </p:spPr>
      </p:pic>
      <p:grpSp>
        <p:nvGrpSpPr>
          <p:cNvPr id="141" name="Google Shape;141;p15"/>
          <p:cNvGrpSpPr/>
          <p:nvPr/>
        </p:nvGrpSpPr>
        <p:grpSpPr>
          <a:xfrm>
            <a:off x="-1" y="2100"/>
            <a:ext cx="9144001" cy="5141388"/>
            <a:chOff x="-1" y="2100"/>
            <a:chExt cx="9144001" cy="5141388"/>
          </a:xfrm>
        </p:grpSpPr>
        <p:pic>
          <p:nvPicPr>
            <p:cNvPr id="142" name="Google Shape;142;p15"/>
            <p:cNvPicPr preferRelativeResize="0"/>
            <p:nvPr/>
          </p:nvPicPr>
          <p:blipFill>
            <a:blip r:embed="rId4">
              <a:alphaModFix/>
            </a:blip>
            <a:stretch>
              <a:fillRect/>
            </a:stretch>
          </p:blipFill>
          <p:spPr>
            <a:xfrm rot="5400000" flipH="1">
              <a:off x="8171225" y="2100"/>
              <a:ext cx="972775" cy="972775"/>
            </a:xfrm>
            <a:prstGeom prst="rect">
              <a:avLst/>
            </a:prstGeom>
            <a:noFill/>
            <a:ln>
              <a:noFill/>
            </a:ln>
          </p:spPr>
        </p:pic>
        <p:pic>
          <p:nvPicPr>
            <p:cNvPr id="143" name="Google Shape;143;p15"/>
            <p:cNvPicPr preferRelativeResize="0"/>
            <p:nvPr/>
          </p:nvPicPr>
          <p:blipFill>
            <a:blip r:embed="rId5">
              <a:alphaModFix/>
            </a:blip>
            <a:stretch>
              <a:fillRect/>
            </a:stretch>
          </p:blipFill>
          <p:spPr>
            <a:xfrm rot="5400000" flipH="1">
              <a:off x="-1" y="4170713"/>
              <a:ext cx="972775" cy="972775"/>
            </a:xfrm>
            <a:prstGeom prst="rect">
              <a:avLst/>
            </a:prstGeom>
            <a:noFill/>
            <a:ln>
              <a:noFill/>
            </a:ln>
          </p:spPr>
        </p:pic>
      </p:grpSp>
      <p:grpSp>
        <p:nvGrpSpPr>
          <p:cNvPr id="144" name="Google Shape;144;p15"/>
          <p:cNvGrpSpPr/>
          <p:nvPr/>
        </p:nvGrpSpPr>
        <p:grpSpPr>
          <a:xfrm>
            <a:off x="5356527" y="4752250"/>
            <a:ext cx="3785698" cy="388025"/>
            <a:chOff x="5356527" y="4752250"/>
            <a:chExt cx="3785698" cy="388025"/>
          </a:xfrm>
        </p:grpSpPr>
        <p:pic>
          <p:nvPicPr>
            <p:cNvPr id="145" name="Google Shape;145;p15"/>
            <p:cNvPicPr preferRelativeResize="0"/>
            <p:nvPr/>
          </p:nvPicPr>
          <p:blipFill>
            <a:blip r:embed="rId6">
              <a:alphaModFix/>
            </a:blip>
            <a:stretch>
              <a:fillRect/>
            </a:stretch>
          </p:blipFill>
          <p:spPr>
            <a:xfrm rot="10800000">
              <a:off x="5356527" y="4752250"/>
              <a:ext cx="3785698" cy="388025"/>
            </a:xfrm>
            <a:prstGeom prst="rect">
              <a:avLst/>
            </a:prstGeom>
            <a:noFill/>
            <a:ln>
              <a:noFill/>
            </a:ln>
          </p:spPr>
        </p:pic>
        <p:pic>
          <p:nvPicPr>
            <p:cNvPr id="146" name="Google Shape;146;p15"/>
            <p:cNvPicPr preferRelativeResize="0"/>
            <p:nvPr/>
          </p:nvPicPr>
          <p:blipFill>
            <a:blip r:embed="rId7">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 name="Shape 147"/>
        <p:cNvGrpSpPr/>
        <p:nvPr/>
      </p:nvGrpSpPr>
      <p:grpSpPr>
        <a:xfrm>
          <a:off x="0" y="0"/>
          <a:ext cx="0" cy="0"/>
          <a:chOff x="0" y="0"/>
          <a:chExt cx="0" cy="0"/>
        </a:xfrm>
      </p:grpSpPr>
      <p:pic>
        <p:nvPicPr>
          <p:cNvPr id="148" name="Google Shape;148;p1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49" name="Google Shape;149;p16"/>
          <p:cNvSpPr txBox="1">
            <a:spLocks noGrp="1"/>
          </p:cNvSpPr>
          <p:nvPr>
            <p:ph type="title"/>
          </p:nvPr>
        </p:nvSpPr>
        <p:spPr>
          <a:xfrm>
            <a:off x="720000" y="640080"/>
            <a:ext cx="3234900" cy="111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0" name="Google Shape;150;p16"/>
          <p:cNvSpPr txBox="1">
            <a:spLocks noGrp="1"/>
          </p:cNvSpPr>
          <p:nvPr>
            <p:ph type="body" idx="1"/>
          </p:nvPr>
        </p:nvSpPr>
        <p:spPr>
          <a:xfrm>
            <a:off x="720000" y="2101875"/>
            <a:ext cx="3234900" cy="1249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1"/>
        <p:cNvGrpSpPr/>
        <p:nvPr/>
      </p:nvGrpSpPr>
      <p:grpSpPr>
        <a:xfrm>
          <a:off x="0" y="0"/>
          <a:ext cx="0" cy="0"/>
          <a:chOff x="0" y="0"/>
          <a:chExt cx="0" cy="0"/>
        </a:xfrm>
      </p:grpSpPr>
      <p:pic>
        <p:nvPicPr>
          <p:cNvPr id="152" name="Google Shape;152;p1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53" name="Google Shape;153;p17"/>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4" name="Google Shape;154;p17"/>
          <p:cNvSpPr txBox="1">
            <a:spLocks noGrp="1"/>
          </p:cNvSpPr>
          <p:nvPr>
            <p:ph type="subTitle" idx="1"/>
          </p:nvPr>
        </p:nvSpPr>
        <p:spPr>
          <a:xfrm>
            <a:off x="709750"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5" name="Google Shape;155;p17"/>
          <p:cNvSpPr txBox="1">
            <a:spLocks noGrp="1"/>
          </p:cNvSpPr>
          <p:nvPr>
            <p:ph type="subTitle" idx="2"/>
          </p:nvPr>
        </p:nvSpPr>
        <p:spPr>
          <a:xfrm>
            <a:off x="3457413"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17"/>
          <p:cNvSpPr txBox="1">
            <a:spLocks noGrp="1"/>
          </p:cNvSpPr>
          <p:nvPr>
            <p:ph type="subTitle" idx="3"/>
          </p:nvPr>
        </p:nvSpPr>
        <p:spPr>
          <a:xfrm>
            <a:off x="6205076"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7" name="Google Shape;157;p17"/>
          <p:cNvSpPr txBox="1">
            <a:spLocks noGrp="1"/>
          </p:cNvSpPr>
          <p:nvPr>
            <p:ph type="subTitle" idx="4"/>
          </p:nvPr>
        </p:nvSpPr>
        <p:spPr>
          <a:xfrm>
            <a:off x="709758"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58" name="Google Shape;158;p17"/>
          <p:cNvSpPr txBox="1">
            <a:spLocks noGrp="1"/>
          </p:cNvSpPr>
          <p:nvPr>
            <p:ph type="subTitle" idx="5"/>
          </p:nvPr>
        </p:nvSpPr>
        <p:spPr>
          <a:xfrm>
            <a:off x="3459159"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59" name="Google Shape;159;p17"/>
          <p:cNvSpPr txBox="1">
            <a:spLocks noGrp="1"/>
          </p:cNvSpPr>
          <p:nvPr>
            <p:ph type="subTitle" idx="6"/>
          </p:nvPr>
        </p:nvSpPr>
        <p:spPr>
          <a:xfrm>
            <a:off x="6205085"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pic>
        <p:nvPicPr>
          <p:cNvPr id="160" name="Google Shape;160;p17"/>
          <p:cNvPicPr preferRelativeResize="0"/>
          <p:nvPr/>
        </p:nvPicPr>
        <p:blipFill>
          <a:blip r:embed="rId3">
            <a:alphaModFix/>
          </a:blip>
          <a:stretch>
            <a:fillRect/>
          </a:stretch>
        </p:blipFill>
        <p:spPr>
          <a:xfrm rot="5400000">
            <a:off x="8171200" y="4170725"/>
            <a:ext cx="972775" cy="972775"/>
          </a:xfrm>
          <a:prstGeom prst="rect">
            <a:avLst/>
          </a:prstGeom>
          <a:noFill/>
          <a:ln>
            <a:noFill/>
          </a:ln>
        </p:spPr>
      </p:pic>
      <p:grpSp>
        <p:nvGrpSpPr>
          <p:cNvPr id="161" name="Google Shape;161;p17"/>
          <p:cNvGrpSpPr/>
          <p:nvPr/>
        </p:nvGrpSpPr>
        <p:grpSpPr>
          <a:xfrm flipH="1">
            <a:off x="2620475" y="0"/>
            <a:ext cx="6523526" cy="369900"/>
            <a:chOff x="0" y="0"/>
            <a:chExt cx="6523526" cy="369900"/>
          </a:xfrm>
        </p:grpSpPr>
        <p:pic>
          <p:nvPicPr>
            <p:cNvPr id="162" name="Google Shape;162;p17"/>
            <p:cNvPicPr preferRelativeResize="0"/>
            <p:nvPr/>
          </p:nvPicPr>
          <p:blipFill>
            <a:blip r:embed="rId4">
              <a:alphaModFix/>
            </a:blip>
            <a:stretch>
              <a:fillRect/>
            </a:stretch>
          </p:blipFill>
          <p:spPr>
            <a:xfrm>
              <a:off x="0" y="0"/>
              <a:ext cx="6523526" cy="369900"/>
            </a:xfrm>
            <a:prstGeom prst="rect">
              <a:avLst/>
            </a:prstGeom>
            <a:noFill/>
            <a:ln>
              <a:noFill/>
            </a:ln>
          </p:spPr>
        </p:pic>
        <p:pic>
          <p:nvPicPr>
            <p:cNvPr id="163" name="Google Shape;163;p17"/>
            <p:cNvPicPr preferRelativeResize="0"/>
            <p:nvPr/>
          </p:nvPicPr>
          <p:blipFill>
            <a:blip r:embed="rId5">
              <a:alphaModFix/>
            </a:blip>
            <a:stretch>
              <a:fillRect/>
            </a:stretch>
          </p:blipFill>
          <p:spPr>
            <a:xfrm>
              <a:off x="265125" y="150455"/>
              <a:ext cx="1585464" cy="69000"/>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64"/>
        <p:cNvGrpSpPr/>
        <p:nvPr/>
      </p:nvGrpSpPr>
      <p:grpSpPr>
        <a:xfrm>
          <a:off x="0" y="0"/>
          <a:ext cx="0" cy="0"/>
          <a:chOff x="0" y="0"/>
          <a:chExt cx="0" cy="0"/>
        </a:xfrm>
      </p:grpSpPr>
      <p:pic>
        <p:nvPicPr>
          <p:cNvPr id="165" name="Google Shape;165;p1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6" name="Google Shape;166;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7" name="Google Shape;167;p18"/>
          <p:cNvSpPr txBox="1">
            <a:spLocks noGrp="1"/>
          </p:cNvSpPr>
          <p:nvPr>
            <p:ph type="subTitle" idx="1"/>
          </p:nvPr>
        </p:nvSpPr>
        <p:spPr>
          <a:xfrm>
            <a:off x="720000"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18"/>
          <p:cNvSpPr txBox="1">
            <a:spLocks noGrp="1"/>
          </p:cNvSpPr>
          <p:nvPr>
            <p:ph type="subTitle" idx="2"/>
          </p:nvPr>
        </p:nvSpPr>
        <p:spPr>
          <a:xfrm>
            <a:off x="4881166"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9" name="Google Shape;169;p18"/>
          <p:cNvSpPr txBox="1">
            <a:spLocks noGrp="1"/>
          </p:cNvSpPr>
          <p:nvPr>
            <p:ph type="subTitle" idx="3"/>
          </p:nvPr>
        </p:nvSpPr>
        <p:spPr>
          <a:xfrm>
            <a:off x="720000"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0" name="Google Shape;170;p18"/>
          <p:cNvSpPr txBox="1">
            <a:spLocks noGrp="1"/>
          </p:cNvSpPr>
          <p:nvPr>
            <p:ph type="subTitle" idx="4"/>
          </p:nvPr>
        </p:nvSpPr>
        <p:spPr>
          <a:xfrm>
            <a:off x="4881166"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1" name="Google Shape;171;p18"/>
          <p:cNvSpPr txBox="1">
            <a:spLocks noGrp="1"/>
          </p:cNvSpPr>
          <p:nvPr>
            <p:ph type="subTitle" idx="5"/>
          </p:nvPr>
        </p:nvSpPr>
        <p:spPr>
          <a:xfrm>
            <a:off x="720000"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72" name="Google Shape;172;p18"/>
          <p:cNvSpPr txBox="1">
            <a:spLocks noGrp="1"/>
          </p:cNvSpPr>
          <p:nvPr>
            <p:ph type="subTitle" idx="6"/>
          </p:nvPr>
        </p:nvSpPr>
        <p:spPr>
          <a:xfrm>
            <a:off x="72000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73" name="Google Shape;173;p18"/>
          <p:cNvSpPr txBox="1">
            <a:spLocks noGrp="1"/>
          </p:cNvSpPr>
          <p:nvPr>
            <p:ph type="subTitle" idx="7"/>
          </p:nvPr>
        </p:nvSpPr>
        <p:spPr>
          <a:xfrm>
            <a:off x="4881127"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74" name="Google Shape;174;p18"/>
          <p:cNvSpPr txBox="1">
            <a:spLocks noGrp="1"/>
          </p:cNvSpPr>
          <p:nvPr>
            <p:ph type="subTitle" idx="8"/>
          </p:nvPr>
        </p:nvSpPr>
        <p:spPr>
          <a:xfrm>
            <a:off x="488113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175" name="Google Shape;175;p18"/>
          <p:cNvGrpSpPr/>
          <p:nvPr/>
        </p:nvGrpSpPr>
        <p:grpSpPr>
          <a:xfrm>
            <a:off x="-1" y="-4719"/>
            <a:ext cx="9144001" cy="5148207"/>
            <a:chOff x="-1" y="-4719"/>
            <a:chExt cx="9144001" cy="5148207"/>
          </a:xfrm>
        </p:grpSpPr>
        <p:pic>
          <p:nvPicPr>
            <p:cNvPr id="176" name="Google Shape;176;p18"/>
            <p:cNvPicPr preferRelativeResize="0"/>
            <p:nvPr/>
          </p:nvPicPr>
          <p:blipFill>
            <a:blip r:embed="rId3">
              <a:alphaModFix/>
            </a:blip>
            <a:stretch>
              <a:fillRect/>
            </a:stretch>
          </p:blipFill>
          <p:spPr>
            <a:xfrm rot="5400000" flipH="1">
              <a:off x="8171225" y="-4719"/>
              <a:ext cx="972775" cy="972775"/>
            </a:xfrm>
            <a:prstGeom prst="rect">
              <a:avLst/>
            </a:prstGeom>
            <a:noFill/>
            <a:ln>
              <a:noFill/>
            </a:ln>
          </p:spPr>
        </p:pic>
        <p:pic>
          <p:nvPicPr>
            <p:cNvPr id="177" name="Google Shape;177;p18"/>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178" name="Google Shape;178;p18"/>
          <p:cNvGrpSpPr/>
          <p:nvPr/>
        </p:nvGrpSpPr>
        <p:grpSpPr>
          <a:xfrm rot="10800000">
            <a:off x="0" y="-4719"/>
            <a:ext cx="4881173" cy="365700"/>
            <a:chOff x="4261050" y="4610675"/>
            <a:chExt cx="4881173" cy="365700"/>
          </a:xfrm>
        </p:grpSpPr>
        <p:pic>
          <p:nvPicPr>
            <p:cNvPr id="179" name="Google Shape;179;p18"/>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180" name="Google Shape;180;p18"/>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81"/>
        <p:cNvGrpSpPr/>
        <p:nvPr/>
      </p:nvGrpSpPr>
      <p:grpSpPr>
        <a:xfrm>
          <a:off x="0" y="0"/>
          <a:ext cx="0" cy="0"/>
          <a:chOff x="0" y="0"/>
          <a:chExt cx="0" cy="0"/>
        </a:xfrm>
      </p:grpSpPr>
      <p:pic>
        <p:nvPicPr>
          <p:cNvPr id="182" name="Google Shape;182;p1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83" name="Google Shape;183;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4" name="Google Shape;184;p19"/>
          <p:cNvSpPr txBox="1">
            <a:spLocks noGrp="1"/>
          </p:cNvSpPr>
          <p:nvPr>
            <p:ph type="subTitle" idx="1"/>
          </p:nvPr>
        </p:nvSpPr>
        <p:spPr>
          <a:xfrm>
            <a:off x="720075"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5" name="Google Shape;185;p19"/>
          <p:cNvSpPr txBox="1">
            <a:spLocks noGrp="1"/>
          </p:cNvSpPr>
          <p:nvPr>
            <p:ph type="subTitle" idx="2"/>
          </p:nvPr>
        </p:nvSpPr>
        <p:spPr>
          <a:xfrm>
            <a:off x="3393880"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6" name="Google Shape;186;p19"/>
          <p:cNvSpPr txBox="1">
            <a:spLocks noGrp="1"/>
          </p:cNvSpPr>
          <p:nvPr>
            <p:ph type="subTitle" idx="3"/>
          </p:nvPr>
        </p:nvSpPr>
        <p:spPr>
          <a:xfrm>
            <a:off x="720075"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7" name="Google Shape;187;p19"/>
          <p:cNvSpPr txBox="1">
            <a:spLocks noGrp="1"/>
          </p:cNvSpPr>
          <p:nvPr>
            <p:ph type="subTitle" idx="4"/>
          </p:nvPr>
        </p:nvSpPr>
        <p:spPr>
          <a:xfrm>
            <a:off x="3393880"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8" name="Google Shape;188;p19"/>
          <p:cNvSpPr txBox="1">
            <a:spLocks noGrp="1"/>
          </p:cNvSpPr>
          <p:nvPr>
            <p:ph type="subTitle" idx="5"/>
          </p:nvPr>
        </p:nvSpPr>
        <p:spPr>
          <a:xfrm>
            <a:off x="6067686"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9" name="Google Shape;189;p19"/>
          <p:cNvSpPr txBox="1">
            <a:spLocks noGrp="1"/>
          </p:cNvSpPr>
          <p:nvPr>
            <p:ph type="subTitle" idx="6"/>
          </p:nvPr>
        </p:nvSpPr>
        <p:spPr>
          <a:xfrm>
            <a:off x="6067686"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0" name="Google Shape;190;p19"/>
          <p:cNvSpPr txBox="1">
            <a:spLocks noGrp="1"/>
          </p:cNvSpPr>
          <p:nvPr>
            <p:ph type="subTitle" idx="7"/>
          </p:nvPr>
        </p:nvSpPr>
        <p:spPr>
          <a:xfrm>
            <a:off x="720075" y="1426464"/>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1" name="Google Shape;191;p19"/>
          <p:cNvSpPr txBox="1">
            <a:spLocks noGrp="1"/>
          </p:cNvSpPr>
          <p:nvPr>
            <p:ph type="subTitle" idx="8"/>
          </p:nvPr>
        </p:nvSpPr>
        <p:spPr>
          <a:xfrm>
            <a:off x="3395380"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2" name="Google Shape;192;p19"/>
          <p:cNvSpPr txBox="1">
            <a:spLocks noGrp="1"/>
          </p:cNvSpPr>
          <p:nvPr>
            <p:ph type="subTitle" idx="9"/>
          </p:nvPr>
        </p:nvSpPr>
        <p:spPr>
          <a:xfrm>
            <a:off x="6067686"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3" name="Google Shape;193;p19"/>
          <p:cNvSpPr txBox="1">
            <a:spLocks noGrp="1"/>
          </p:cNvSpPr>
          <p:nvPr>
            <p:ph type="subTitle" idx="13"/>
          </p:nvPr>
        </p:nvSpPr>
        <p:spPr>
          <a:xfrm>
            <a:off x="720075" y="3145536"/>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4" name="Google Shape;194;p19"/>
          <p:cNvSpPr txBox="1">
            <a:spLocks noGrp="1"/>
          </p:cNvSpPr>
          <p:nvPr>
            <p:ph type="subTitle" idx="14"/>
          </p:nvPr>
        </p:nvSpPr>
        <p:spPr>
          <a:xfrm>
            <a:off x="3393880"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5" name="Google Shape;195;p19"/>
          <p:cNvSpPr txBox="1">
            <a:spLocks noGrp="1"/>
          </p:cNvSpPr>
          <p:nvPr>
            <p:ph type="subTitle" idx="15"/>
          </p:nvPr>
        </p:nvSpPr>
        <p:spPr>
          <a:xfrm>
            <a:off x="6067686"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pic>
        <p:nvPicPr>
          <p:cNvPr id="196" name="Google Shape;196;p19"/>
          <p:cNvPicPr preferRelativeResize="0"/>
          <p:nvPr/>
        </p:nvPicPr>
        <p:blipFill rotWithShape="1">
          <a:blip r:embed="rId3">
            <a:alphaModFix/>
          </a:blip>
          <a:srcRect l="68148" b="22414"/>
          <a:stretch/>
        </p:blipFill>
        <p:spPr>
          <a:xfrm rot="10800000">
            <a:off x="8580849" y="64376"/>
            <a:ext cx="563126" cy="1047824"/>
          </a:xfrm>
          <a:prstGeom prst="rect">
            <a:avLst/>
          </a:prstGeom>
          <a:noFill/>
          <a:ln>
            <a:noFill/>
          </a:ln>
        </p:spPr>
      </p:pic>
      <p:pic>
        <p:nvPicPr>
          <p:cNvPr id="197" name="Google Shape;197;p19"/>
          <p:cNvPicPr preferRelativeResize="0"/>
          <p:nvPr/>
        </p:nvPicPr>
        <p:blipFill>
          <a:blip r:embed="rId4">
            <a:alphaModFix/>
          </a:blip>
          <a:stretch>
            <a:fillRect/>
          </a:stretch>
        </p:blipFill>
        <p:spPr>
          <a:xfrm rot="5400000">
            <a:off x="8171225" y="4170725"/>
            <a:ext cx="972775" cy="9727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98"/>
        <p:cNvGrpSpPr/>
        <p:nvPr/>
      </p:nvGrpSpPr>
      <p:grpSpPr>
        <a:xfrm>
          <a:off x="0" y="0"/>
          <a:ext cx="0" cy="0"/>
          <a:chOff x="0" y="0"/>
          <a:chExt cx="0" cy="0"/>
        </a:xfrm>
      </p:grpSpPr>
      <p:pic>
        <p:nvPicPr>
          <p:cNvPr id="199" name="Google Shape;199;p20"/>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00" name="Google Shape;200;p20"/>
          <p:cNvSpPr txBox="1">
            <a:spLocks noGrp="1"/>
          </p:cNvSpPr>
          <p:nvPr>
            <p:ph type="title" hasCustomPrompt="1"/>
          </p:nvPr>
        </p:nvSpPr>
        <p:spPr>
          <a:xfrm>
            <a:off x="3099888" y="2045129"/>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1" name="Google Shape;201;p20"/>
          <p:cNvSpPr txBox="1">
            <a:spLocks noGrp="1"/>
          </p:cNvSpPr>
          <p:nvPr>
            <p:ph type="subTitle" idx="1"/>
          </p:nvPr>
        </p:nvSpPr>
        <p:spPr>
          <a:xfrm>
            <a:off x="3099898" y="2737825"/>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02" name="Google Shape;202;p20"/>
          <p:cNvSpPr txBox="1">
            <a:spLocks noGrp="1"/>
          </p:cNvSpPr>
          <p:nvPr>
            <p:ph type="title" idx="2" hasCustomPrompt="1"/>
          </p:nvPr>
        </p:nvSpPr>
        <p:spPr>
          <a:xfrm>
            <a:off x="3099904" y="669938"/>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3" name="Google Shape;203;p20"/>
          <p:cNvSpPr txBox="1">
            <a:spLocks noGrp="1"/>
          </p:cNvSpPr>
          <p:nvPr>
            <p:ph type="subTitle" idx="3"/>
          </p:nvPr>
        </p:nvSpPr>
        <p:spPr>
          <a:xfrm>
            <a:off x="3099904" y="1362646"/>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04" name="Google Shape;204;p20"/>
          <p:cNvSpPr txBox="1">
            <a:spLocks noGrp="1"/>
          </p:cNvSpPr>
          <p:nvPr>
            <p:ph type="title" idx="4" hasCustomPrompt="1"/>
          </p:nvPr>
        </p:nvSpPr>
        <p:spPr>
          <a:xfrm>
            <a:off x="3099896" y="3420317"/>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5" name="Google Shape;205;p20"/>
          <p:cNvSpPr txBox="1">
            <a:spLocks noGrp="1"/>
          </p:cNvSpPr>
          <p:nvPr>
            <p:ph type="subTitle" idx="5"/>
          </p:nvPr>
        </p:nvSpPr>
        <p:spPr>
          <a:xfrm>
            <a:off x="3099906" y="4113013"/>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206" name="Google Shape;206;p20"/>
          <p:cNvGrpSpPr/>
          <p:nvPr/>
        </p:nvGrpSpPr>
        <p:grpSpPr>
          <a:xfrm>
            <a:off x="0" y="0"/>
            <a:ext cx="9149044" cy="5153909"/>
            <a:chOff x="0" y="0"/>
            <a:chExt cx="9149044" cy="5153909"/>
          </a:xfrm>
        </p:grpSpPr>
        <p:grpSp>
          <p:nvGrpSpPr>
            <p:cNvPr id="207" name="Google Shape;207;p20"/>
            <p:cNvGrpSpPr/>
            <p:nvPr/>
          </p:nvGrpSpPr>
          <p:grpSpPr>
            <a:xfrm>
              <a:off x="2633519" y="4796608"/>
              <a:ext cx="6515525" cy="357300"/>
              <a:chOff x="2633519" y="4796608"/>
              <a:chExt cx="6515525" cy="357300"/>
            </a:xfrm>
          </p:grpSpPr>
          <p:pic>
            <p:nvPicPr>
              <p:cNvPr id="208" name="Google Shape;208;p20"/>
              <p:cNvPicPr preferRelativeResize="0"/>
              <p:nvPr/>
            </p:nvPicPr>
            <p:blipFill>
              <a:blip r:embed="rId3">
                <a:alphaModFix/>
              </a:blip>
              <a:stretch>
                <a:fillRect/>
              </a:stretch>
            </p:blipFill>
            <p:spPr>
              <a:xfrm rot="10800000">
                <a:off x="2633519" y="4796608"/>
                <a:ext cx="6515525" cy="357300"/>
              </a:xfrm>
              <a:prstGeom prst="rect">
                <a:avLst/>
              </a:prstGeom>
              <a:noFill/>
              <a:ln>
                <a:noFill/>
              </a:ln>
            </p:spPr>
          </p:pic>
          <p:pic>
            <p:nvPicPr>
              <p:cNvPr id="209" name="Google Shape;209;p20"/>
              <p:cNvPicPr preferRelativeResize="0"/>
              <p:nvPr/>
            </p:nvPicPr>
            <p:blipFill>
              <a:blip r:embed="rId4">
                <a:alphaModFix/>
              </a:blip>
              <a:stretch>
                <a:fillRect/>
              </a:stretch>
            </p:blipFill>
            <p:spPr>
              <a:xfrm rot="10800000">
                <a:off x="7293388" y="4940768"/>
                <a:ext cx="1585464" cy="69000"/>
              </a:xfrm>
              <a:prstGeom prst="rect">
                <a:avLst/>
              </a:prstGeom>
              <a:noFill/>
              <a:ln>
                <a:noFill/>
              </a:ln>
            </p:spPr>
          </p:pic>
        </p:grpSp>
        <p:grpSp>
          <p:nvGrpSpPr>
            <p:cNvPr id="210" name="Google Shape;210;p20"/>
            <p:cNvGrpSpPr/>
            <p:nvPr/>
          </p:nvGrpSpPr>
          <p:grpSpPr>
            <a:xfrm>
              <a:off x="0" y="0"/>
              <a:ext cx="6523526" cy="359400"/>
              <a:chOff x="0" y="0"/>
              <a:chExt cx="6523526" cy="359400"/>
            </a:xfrm>
          </p:grpSpPr>
          <p:pic>
            <p:nvPicPr>
              <p:cNvPr id="211" name="Google Shape;211;p20"/>
              <p:cNvPicPr preferRelativeResize="0"/>
              <p:nvPr/>
            </p:nvPicPr>
            <p:blipFill>
              <a:blip r:embed="rId5">
                <a:alphaModFix/>
              </a:blip>
              <a:stretch>
                <a:fillRect/>
              </a:stretch>
            </p:blipFill>
            <p:spPr>
              <a:xfrm>
                <a:off x="0" y="0"/>
                <a:ext cx="6523526" cy="359400"/>
              </a:xfrm>
              <a:prstGeom prst="rect">
                <a:avLst/>
              </a:prstGeom>
              <a:noFill/>
              <a:ln>
                <a:noFill/>
              </a:ln>
            </p:spPr>
          </p:pic>
          <p:pic>
            <p:nvPicPr>
              <p:cNvPr id="212" name="Google Shape;212;p20"/>
              <p:cNvPicPr preferRelativeResize="0"/>
              <p:nvPr/>
            </p:nvPicPr>
            <p:blipFill>
              <a:blip r:embed="rId4">
                <a:alphaModFix/>
              </a:blip>
              <a:stretch>
                <a:fillRect/>
              </a:stretch>
            </p:blipFill>
            <p:spPr>
              <a:xfrm>
                <a:off x="265125" y="145205"/>
                <a:ext cx="1585464" cy="69000"/>
              </a:xfrm>
              <a:prstGeom prst="rect">
                <a:avLst/>
              </a:prstGeom>
              <a:noFill/>
              <a:ln>
                <a:noFill/>
              </a:ln>
            </p:spPr>
          </p:pic>
        </p:grpSp>
      </p:grpSp>
      <p:pic>
        <p:nvPicPr>
          <p:cNvPr id="213" name="Google Shape;213;p20"/>
          <p:cNvPicPr preferRelativeResize="0"/>
          <p:nvPr/>
        </p:nvPicPr>
        <p:blipFill rotWithShape="1">
          <a:blip r:embed="rId6">
            <a:alphaModFix/>
          </a:blip>
          <a:srcRect t="129" b="129"/>
          <a:stretch/>
        </p:blipFill>
        <p:spPr>
          <a:xfrm rot="5400000">
            <a:off x="-128174" y="3562553"/>
            <a:ext cx="1716695" cy="130794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14"/>
        <p:cNvGrpSpPr/>
        <p:nvPr/>
      </p:nvGrpSpPr>
      <p:grpSpPr>
        <a:xfrm>
          <a:off x="0" y="0"/>
          <a:ext cx="0" cy="0"/>
          <a:chOff x="0" y="0"/>
          <a:chExt cx="0" cy="0"/>
        </a:xfrm>
      </p:grpSpPr>
      <p:pic>
        <p:nvPicPr>
          <p:cNvPr id="215" name="Google Shape;215;p2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16" name="Google Shape;216;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17" name="Google Shape;217;p21"/>
          <p:cNvGrpSpPr/>
          <p:nvPr/>
        </p:nvGrpSpPr>
        <p:grpSpPr>
          <a:xfrm>
            <a:off x="0" y="0"/>
            <a:ext cx="6523526" cy="369900"/>
            <a:chOff x="0" y="0"/>
            <a:chExt cx="6523526" cy="369900"/>
          </a:xfrm>
        </p:grpSpPr>
        <p:pic>
          <p:nvPicPr>
            <p:cNvPr id="218" name="Google Shape;218;p21"/>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19" name="Google Shape;219;p21"/>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220" name="Google Shape;220;p21"/>
          <p:cNvGrpSpPr/>
          <p:nvPr/>
        </p:nvGrpSpPr>
        <p:grpSpPr>
          <a:xfrm>
            <a:off x="0" y="0"/>
            <a:ext cx="9144000" cy="5143512"/>
            <a:chOff x="0" y="0"/>
            <a:chExt cx="9144000" cy="5143512"/>
          </a:xfrm>
        </p:grpSpPr>
        <p:pic>
          <p:nvPicPr>
            <p:cNvPr id="221" name="Google Shape;221;p21"/>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222" name="Google Shape;222;p21"/>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223"/>
        <p:cNvGrpSpPr/>
        <p:nvPr/>
      </p:nvGrpSpPr>
      <p:grpSpPr>
        <a:xfrm>
          <a:off x="0" y="0"/>
          <a:ext cx="0" cy="0"/>
          <a:chOff x="0" y="0"/>
          <a:chExt cx="0" cy="0"/>
        </a:xfrm>
      </p:grpSpPr>
      <p:pic>
        <p:nvPicPr>
          <p:cNvPr id="224" name="Google Shape;224;p2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25" name="Google Shape;225;p2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226" name="Google Shape;226;p22"/>
          <p:cNvPicPr preferRelativeResize="0"/>
          <p:nvPr/>
        </p:nvPicPr>
        <p:blipFill rotWithShape="1">
          <a:blip r:embed="rId3">
            <a:alphaModFix/>
          </a:blip>
          <a:srcRect l="14813" b="34262"/>
          <a:stretch/>
        </p:blipFill>
        <p:spPr>
          <a:xfrm rot="10800000">
            <a:off x="7654149" y="-40526"/>
            <a:ext cx="1506076" cy="887826"/>
          </a:xfrm>
          <a:prstGeom prst="rect">
            <a:avLst/>
          </a:prstGeom>
          <a:noFill/>
          <a:ln>
            <a:noFill/>
          </a:ln>
        </p:spPr>
      </p:pic>
      <p:grpSp>
        <p:nvGrpSpPr>
          <p:cNvPr id="227" name="Google Shape;227;p22"/>
          <p:cNvGrpSpPr/>
          <p:nvPr/>
        </p:nvGrpSpPr>
        <p:grpSpPr>
          <a:xfrm flipH="1">
            <a:off x="0" y="0"/>
            <a:ext cx="9144000" cy="5143512"/>
            <a:chOff x="0" y="0"/>
            <a:chExt cx="9144000" cy="5143512"/>
          </a:xfrm>
        </p:grpSpPr>
        <p:pic>
          <p:nvPicPr>
            <p:cNvPr id="228" name="Google Shape;228;p22"/>
            <p:cNvPicPr preferRelativeResize="0"/>
            <p:nvPr/>
          </p:nvPicPr>
          <p:blipFill>
            <a:blip r:embed="rId4">
              <a:alphaModFix/>
            </a:blip>
            <a:stretch>
              <a:fillRect/>
            </a:stretch>
          </p:blipFill>
          <p:spPr>
            <a:xfrm>
              <a:off x="8171225" y="0"/>
              <a:ext cx="972775" cy="972775"/>
            </a:xfrm>
            <a:prstGeom prst="rect">
              <a:avLst/>
            </a:prstGeom>
            <a:noFill/>
            <a:ln>
              <a:noFill/>
            </a:ln>
          </p:spPr>
        </p:pic>
        <p:pic>
          <p:nvPicPr>
            <p:cNvPr id="229" name="Google Shape;229;p22"/>
            <p:cNvPicPr preferRelativeResize="0"/>
            <p:nvPr/>
          </p:nvPicPr>
          <p:blipFill>
            <a:blip r:embed="rId5">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230"/>
        <p:cNvGrpSpPr/>
        <p:nvPr/>
      </p:nvGrpSpPr>
      <p:grpSpPr>
        <a:xfrm>
          <a:off x="0" y="0"/>
          <a:ext cx="0" cy="0"/>
          <a:chOff x="0" y="0"/>
          <a:chExt cx="0" cy="0"/>
        </a:xfrm>
      </p:grpSpPr>
      <p:pic>
        <p:nvPicPr>
          <p:cNvPr id="231" name="Google Shape;231;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32" name="Google Shape;232;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33" name="Google Shape;233;p23"/>
          <p:cNvGrpSpPr/>
          <p:nvPr/>
        </p:nvGrpSpPr>
        <p:grpSpPr>
          <a:xfrm flipH="1">
            <a:off x="2620475" y="0"/>
            <a:ext cx="6523526" cy="369900"/>
            <a:chOff x="0" y="0"/>
            <a:chExt cx="6523526" cy="369900"/>
          </a:xfrm>
        </p:grpSpPr>
        <p:pic>
          <p:nvPicPr>
            <p:cNvPr id="234" name="Google Shape;234;p2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35" name="Google Shape;235;p23"/>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236" name="Google Shape;236;p23"/>
          <p:cNvPicPr preferRelativeResize="0"/>
          <p:nvPr/>
        </p:nvPicPr>
        <p:blipFill rotWithShape="1">
          <a:blip r:embed="rId5">
            <a:alphaModFix/>
          </a:blip>
          <a:srcRect r="56111" b="41941"/>
          <a:stretch/>
        </p:blipFill>
        <p:spPr>
          <a:xfrm rot="-5400000">
            <a:off x="8325038" y="4266787"/>
            <a:ext cx="775950" cy="784125"/>
          </a:xfrm>
          <a:prstGeom prst="rect">
            <a:avLst/>
          </a:prstGeom>
          <a:noFill/>
          <a:ln>
            <a:noFill/>
          </a:ln>
        </p:spPr>
      </p:pic>
      <p:pic>
        <p:nvPicPr>
          <p:cNvPr id="237" name="Google Shape;237;p23"/>
          <p:cNvPicPr preferRelativeResize="0"/>
          <p:nvPr/>
        </p:nvPicPr>
        <p:blipFill>
          <a:blip r:embed="rId6">
            <a:alphaModFix/>
          </a:blip>
          <a:stretch>
            <a:fillRect/>
          </a:stretch>
        </p:blipFill>
        <p:spPr>
          <a:xfrm rot="-5400000" flipH="1">
            <a:off x="0" y="4170725"/>
            <a:ext cx="972775" cy="9727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4">
  <p:cSld name="TITLE_ONLY_4">
    <p:spTree>
      <p:nvGrpSpPr>
        <p:cNvPr id="1" name="Shape 238"/>
        <p:cNvGrpSpPr/>
        <p:nvPr/>
      </p:nvGrpSpPr>
      <p:grpSpPr>
        <a:xfrm>
          <a:off x="0" y="0"/>
          <a:ext cx="0" cy="0"/>
          <a:chOff x="0" y="0"/>
          <a:chExt cx="0" cy="0"/>
        </a:xfrm>
      </p:grpSpPr>
      <p:pic>
        <p:nvPicPr>
          <p:cNvPr id="239" name="Google Shape;239;p2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40" name="Google Shape;240;p2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241" name="Google Shape;241;p24"/>
          <p:cNvPicPr preferRelativeResize="0"/>
          <p:nvPr/>
        </p:nvPicPr>
        <p:blipFill rotWithShape="1">
          <a:blip r:embed="rId3">
            <a:alphaModFix/>
          </a:blip>
          <a:srcRect t="128" b="35496"/>
          <a:stretch/>
        </p:blipFill>
        <p:spPr>
          <a:xfrm>
            <a:off x="6296175" y="4293872"/>
            <a:ext cx="1716701" cy="844200"/>
          </a:xfrm>
          <a:prstGeom prst="rect">
            <a:avLst/>
          </a:prstGeom>
          <a:noFill/>
          <a:ln>
            <a:noFill/>
          </a:ln>
        </p:spPr>
      </p:pic>
      <p:grpSp>
        <p:nvGrpSpPr>
          <p:cNvPr id="242" name="Google Shape;242;p24"/>
          <p:cNvGrpSpPr/>
          <p:nvPr/>
        </p:nvGrpSpPr>
        <p:grpSpPr>
          <a:xfrm>
            <a:off x="0" y="0"/>
            <a:ext cx="3789523" cy="359400"/>
            <a:chOff x="0" y="0"/>
            <a:chExt cx="3789523" cy="359400"/>
          </a:xfrm>
        </p:grpSpPr>
        <p:pic>
          <p:nvPicPr>
            <p:cNvPr id="243" name="Google Shape;243;p24"/>
            <p:cNvPicPr preferRelativeResize="0"/>
            <p:nvPr/>
          </p:nvPicPr>
          <p:blipFill>
            <a:blip r:embed="rId4">
              <a:alphaModFix/>
            </a:blip>
            <a:stretch>
              <a:fillRect/>
            </a:stretch>
          </p:blipFill>
          <p:spPr>
            <a:xfrm>
              <a:off x="0" y="0"/>
              <a:ext cx="3789523" cy="359400"/>
            </a:xfrm>
            <a:prstGeom prst="rect">
              <a:avLst/>
            </a:prstGeom>
            <a:noFill/>
            <a:ln>
              <a:noFill/>
            </a:ln>
          </p:spPr>
        </p:pic>
        <p:pic>
          <p:nvPicPr>
            <p:cNvPr id="244" name="Google Shape;244;p24"/>
            <p:cNvPicPr preferRelativeResize="0"/>
            <p:nvPr/>
          </p:nvPicPr>
          <p:blipFill>
            <a:blip r:embed="rId5">
              <a:alphaModFix/>
            </a:blip>
            <a:stretch>
              <a:fillRect/>
            </a:stretch>
          </p:blipFill>
          <p:spPr>
            <a:xfrm>
              <a:off x="265125" y="145205"/>
              <a:ext cx="1585464" cy="69000"/>
            </a:xfrm>
            <a:prstGeom prst="rect">
              <a:avLst/>
            </a:prstGeom>
            <a:noFill/>
            <a:ln>
              <a:noFill/>
            </a:ln>
          </p:spPr>
        </p:pic>
      </p:grpSp>
      <p:pic>
        <p:nvPicPr>
          <p:cNvPr id="245" name="Google Shape;245;p24"/>
          <p:cNvPicPr preferRelativeResize="0"/>
          <p:nvPr/>
        </p:nvPicPr>
        <p:blipFill>
          <a:blip r:embed="rId6">
            <a:alphaModFix/>
          </a:blip>
          <a:stretch>
            <a:fillRect/>
          </a:stretch>
        </p:blipFill>
        <p:spPr>
          <a:xfrm rot="10800000" flipH="1">
            <a:off x="8171225" y="4170725"/>
            <a:ext cx="972775" cy="9727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1" name="Shape 246"/>
        <p:cNvGrpSpPr/>
        <p:nvPr/>
      </p:nvGrpSpPr>
      <p:grpSpPr>
        <a:xfrm>
          <a:off x="0" y="0"/>
          <a:ext cx="0" cy="0"/>
          <a:chOff x="0" y="0"/>
          <a:chExt cx="0" cy="0"/>
        </a:xfrm>
      </p:grpSpPr>
      <p:pic>
        <p:nvPicPr>
          <p:cNvPr id="247" name="Google Shape;247;p2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48" name="Google Shape;248;p2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49" name="Google Shape;249;p25"/>
          <p:cNvGrpSpPr/>
          <p:nvPr/>
        </p:nvGrpSpPr>
        <p:grpSpPr>
          <a:xfrm rot="10800000" flipH="1">
            <a:off x="5131123" y="0"/>
            <a:ext cx="4012877" cy="359400"/>
            <a:chOff x="5129348" y="4780863"/>
            <a:chExt cx="4012877" cy="359400"/>
          </a:xfrm>
        </p:grpSpPr>
        <p:pic>
          <p:nvPicPr>
            <p:cNvPr id="250" name="Google Shape;250;p25"/>
            <p:cNvPicPr preferRelativeResize="0"/>
            <p:nvPr/>
          </p:nvPicPr>
          <p:blipFill>
            <a:blip r:embed="rId3">
              <a:alphaModFix/>
            </a:blip>
            <a:stretch>
              <a:fillRect/>
            </a:stretch>
          </p:blipFill>
          <p:spPr>
            <a:xfrm rot="10800000">
              <a:off x="5129348" y="4780863"/>
              <a:ext cx="4012877" cy="359400"/>
            </a:xfrm>
            <a:prstGeom prst="rect">
              <a:avLst/>
            </a:prstGeom>
            <a:noFill/>
            <a:ln>
              <a:noFill/>
            </a:ln>
          </p:spPr>
        </p:pic>
        <p:pic>
          <p:nvPicPr>
            <p:cNvPr id="251" name="Google Shape;251;p25"/>
            <p:cNvPicPr preferRelativeResize="0"/>
            <p:nvPr/>
          </p:nvPicPr>
          <p:blipFill>
            <a:blip r:embed="rId4">
              <a:alphaModFix/>
            </a:blip>
            <a:stretch>
              <a:fillRect/>
            </a:stretch>
          </p:blipFill>
          <p:spPr>
            <a:xfrm rot="10800000">
              <a:off x="7293388" y="4911768"/>
              <a:ext cx="1585464" cy="69000"/>
            </a:xfrm>
            <a:prstGeom prst="rect">
              <a:avLst/>
            </a:prstGeom>
            <a:noFill/>
            <a:ln>
              <a:noFill/>
            </a:ln>
          </p:spPr>
        </p:pic>
      </p:grpSp>
      <p:pic>
        <p:nvPicPr>
          <p:cNvPr id="252" name="Google Shape;252;p25"/>
          <p:cNvPicPr preferRelativeResize="0"/>
          <p:nvPr/>
        </p:nvPicPr>
        <p:blipFill>
          <a:blip r:embed="rId5">
            <a:alphaModFix/>
          </a:blip>
          <a:stretch>
            <a:fillRect/>
          </a:stretch>
        </p:blipFill>
        <p:spPr>
          <a:xfrm rot="-5400000">
            <a:off x="-25" y="0"/>
            <a:ext cx="972775" cy="9727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6">
  <p:cSld name="TITLE_ONLY_6">
    <p:spTree>
      <p:nvGrpSpPr>
        <p:cNvPr id="1" name="Shape 253"/>
        <p:cNvGrpSpPr/>
        <p:nvPr/>
      </p:nvGrpSpPr>
      <p:grpSpPr>
        <a:xfrm>
          <a:off x="0" y="0"/>
          <a:ext cx="0" cy="0"/>
          <a:chOff x="0" y="0"/>
          <a:chExt cx="0" cy="0"/>
        </a:xfrm>
      </p:grpSpPr>
      <p:pic>
        <p:nvPicPr>
          <p:cNvPr id="254" name="Google Shape;254;p2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55" name="Google Shape;255;p2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56" name="Google Shape;256;p26"/>
          <p:cNvGrpSpPr/>
          <p:nvPr/>
        </p:nvGrpSpPr>
        <p:grpSpPr>
          <a:xfrm>
            <a:off x="0" y="12"/>
            <a:ext cx="9144000" cy="5143487"/>
            <a:chOff x="0" y="12"/>
            <a:chExt cx="9144000" cy="5143487"/>
          </a:xfrm>
        </p:grpSpPr>
        <p:pic>
          <p:nvPicPr>
            <p:cNvPr id="257" name="Google Shape;257;p26"/>
            <p:cNvPicPr preferRelativeResize="0"/>
            <p:nvPr/>
          </p:nvPicPr>
          <p:blipFill>
            <a:blip r:embed="rId3">
              <a:alphaModFix/>
            </a:blip>
            <a:stretch>
              <a:fillRect/>
            </a:stretch>
          </p:blipFill>
          <p:spPr>
            <a:xfrm rot="-5400000" flipH="1">
              <a:off x="0" y="4170725"/>
              <a:ext cx="972775" cy="972775"/>
            </a:xfrm>
            <a:prstGeom prst="rect">
              <a:avLst/>
            </a:prstGeom>
            <a:noFill/>
            <a:ln>
              <a:noFill/>
            </a:ln>
          </p:spPr>
        </p:pic>
        <p:pic>
          <p:nvPicPr>
            <p:cNvPr id="258" name="Google Shape;258;p26"/>
            <p:cNvPicPr preferRelativeResize="0"/>
            <p:nvPr/>
          </p:nvPicPr>
          <p:blipFill>
            <a:blip r:embed="rId4">
              <a:alphaModFix/>
            </a:blip>
            <a:stretch>
              <a:fillRect/>
            </a:stretch>
          </p:blipFill>
          <p:spPr>
            <a:xfrm rot="-5400000" flipH="1">
              <a:off x="8171225" y="12"/>
              <a:ext cx="972775" cy="972775"/>
            </a:xfrm>
            <a:prstGeom prst="rect">
              <a:avLst/>
            </a:prstGeom>
            <a:noFill/>
            <a:ln>
              <a:noFill/>
            </a:ln>
          </p:spPr>
        </p:pic>
      </p:grpSp>
      <p:grpSp>
        <p:nvGrpSpPr>
          <p:cNvPr id="259" name="Google Shape;259;p26"/>
          <p:cNvGrpSpPr/>
          <p:nvPr/>
        </p:nvGrpSpPr>
        <p:grpSpPr>
          <a:xfrm rot="10800000">
            <a:off x="0" y="0"/>
            <a:ext cx="4012877" cy="359400"/>
            <a:chOff x="5129346" y="4780863"/>
            <a:chExt cx="4012877" cy="359400"/>
          </a:xfrm>
        </p:grpSpPr>
        <p:pic>
          <p:nvPicPr>
            <p:cNvPr id="260" name="Google Shape;260;p26"/>
            <p:cNvPicPr preferRelativeResize="0"/>
            <p:nvPr/>
          </p:nvPicPr>
          <p:blipFill>
            <a:blip r:embed="rId5">
              <a:alphaModFix/>
            </a:blip>
            <a:stretch>
              <a:fillRect/>
            </a:stretch>
          </p:blipFill>
          <p:spPr>
            <a:xfrm rot="10800000">
              <a:off x="5129346" y="4780863"/>
              <a:ext cx="4012877" cy="359400"/>
            </a:xfrm>
            <a:prstGeom prst="rect">
              <a:avLst/>
            </a:prstGeom>
            <a:noFill/>
            <a:ln>
              <a:noFill/>
            </a:ln>
          </p:spPr>
        </p:pic>
        <p:pic>
          <p:nvPicPr>
            <p:cNvPr id="261" name="Google Shape;261;p26"/>
            <p:cNvPicPr preferRelativeResize="0"/>
            <p:nvPr/>
          </p:nvPicPr>
          <p:blipFill>
            <a:blip r:embed="rId6">
              <a:alphaModFix/>
            </a:blip>
            <a:stretch>
              <a:fillRect/>
            </a:stretch>
          </p:blipFill>
          <p:spPr>
            <a:xfrm rot="10800000">
              <a:off x="7293388" y="4926068"/>
              <a:ext cx="1585464" cy="69000"/>
            </a:xfrm>
            <a:prstGeom prst="rect">
              <a:avLst/>
            </a:prstGeom>
            <a:noFill/>
            <a:ln>
              <a:noFill/>
            </a:ln>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62"/>
        <p:cNvGrpSpPr/>
        <p:nvPr/>
      </p:nvGrpSpPr>
      <p:grpSpPr>
        <a:xfrm>
          <a:off x="0" y="0"/>
          <a:ext cx="0" cy="0"/>
          <a:chOff x="0" y="0"/>
          <a:chExt cx="0" cy="0"/>
        </a:xfrm>
      </p:grpSpPr>
      <p:pic>
        <p:nvPicPr>
          <p:cNvPr id="263" name="Google Shape;263;p2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64" name="Google Shape;264;p27"/>
          <p:cNvSpPr txBox="1">
            <a:spLocks noGrp="1"/>
          </p:cNvSpPr>
          <p:nvPr>
            <p:ph type="title"/>
          </p:nvPr>
        </p:nvSpPr>
        <p:spPr>
          <a:xfrm>
            <a:off x="4364013" y="540000"/>
            <a:ext cx="36993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5" name="Google Shape;265;p27"/>
          <p:cNvSpPr txBox="1">
            <a:spLocks noGrp="1"/>
          </p:cNvSpPr>
          <p:nvPr>
            <p:ph type="subTitle" idx="1"/>
          </p:nvPr>
        </p:nvSpPr>
        <p:spPr>
          <a:xfrm>
            <a:off x="4364013" y="2369350"/>
            <a:ext cx="36993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6" name="Google Shape;266;p27"/>
          <p:cNvSpPr>
            <a:spLocks noGrp="1"/>
          </p:cNvSpPr>
          <p:nvPr>
            <p:ph type="pic" idx="2"/>
          </p:nvPr>
        </p:nvSpPr>
        <p:spPr>
          <a:xfrm>
            <a:off x="713225" y="539550"/>
            <a:ext cx="3072600" cy="4064400"/>
          </a:xfrm>
          <a:prstGeom prst="round2DiagRect">
            <a:avLst>
              <a:gd name="adj1" fmla="val 16667"/>
              <a:gd name="adj2" fmla="val 0"/>
            </a:avLst>
          </a:prstGeom>
          <a:noFill/>
          <a:ln>
            <a:noFill/>
          </a:ln>
        </p:spPr>
        <p:txBody>
          <a:bodyPr/>
          <a:lstStyle/>
          <a:p>
            <a:endParaRPr lang="en-US"/>
          </a:p>
        </p:txBody>
      </p:sp>
      <p:sp>
        <p:nvSpPr>
          <p:cNvPr id="267" name="Google Shape;267;p27"/>
          <p:cNvSpPr txBox="1"/>
          <p:nvPr/>
        </p:nvSpPr>
        <p:spPr>
          <a:xfrm>
            <a:off x="4364013" y="3542325"/>
            <a:ext cx="3699300" cy="648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Poppins"/>
                <a:ea typeface="Poppins"/>
                <a:cs typeface="Poppins"/>
                <a:sym typeface="Poppins"/>
              </a:rPr>
              <a:t>CREDITS:</a:t>
            </a:r>
            <a:r>
              <a:rPr lang="en" sz="1000">
                <a:solidFill>
                  <a:schemeClr val="dk1"/>
                </a:solidFill>
                <a:latin typeface="Poppins"/>
                <a:ea typeface="Poppins"/>
                <a:cs typeface="Poppins"/>
                <a:sym typeface="Poppins"/>
              </a:rPr>
              <a:t> This presentation template was created by </a:t>
            </a:r>
            <a:r>
              <a:rPr lang="en" sz="1000" b="1" u="sng">
                <a:solidFill>
                  <a:schemeClr val="hlink"/>
                </a:solidFill>
                <a:latin typeface="Poppins"/>
                <a:ea typeface="Poppins"/>
                <a:cs typeface="Poppins"/>
                <a:sym typeface="Poppins"/>
                <a:hlinkClick r:id="rId3"/>
              </a:rPr>
              <a:t>Slidesgo</a:t>
            </a:r>
            <a:r>
              <a:rPr lang="en" sz="1000">
                <a:solidFill>
                  <a:schemeClr val="dk1"/>
                </a:solidFill>
                <a:latin typeface="Poppins"/>
                <a:ea typeface="Poppins"/>
                <a:cs typeface="Poppins"/>
                <a:sym typeface="Poppins"/>
              </a:rPr>
              <a:t>, and includes icons by </a:t>
            </a:r>
            <a:r>
              <a:rPr lang="en" sz="10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xmlns="" val="tx"/>
                    </a:ext>
                  </a:extLst>
                </a:hlinkClick>
              </a:rPr>
              <a:t>Flaticon</a:t>
            </a:r>
            <a:r>
              <a:rPr lang="en" sz="1000">
                <a:solidFill>
                  <a:schemeClr val="dk1"/>
                </a:solidFill>
                <a:latin typeface="Poppins"/>
                <a:ea typeface="Poppins"/>
                <a:cs typeface="Poppins"/>
                <a:sym typeface="Poppins"/>
              </a:rPr>
              <a:t>, and infographics &amp; images by </a:t>
            </a:r>
            <a:r>
              <a:rPr lang="en" sz="1000" b="1" u="sng">
                <a:solidFill>
                  <a:schemeClr val="dk1"/>
                </a:solidFill>
                <a:latin typeface="Poppins"/>
                <a:ea typeface="Poppins"/>
                <a:cs typeface="Poppins"/>
                <a:sym typeface="Poppins"/>
                <a:hlinkClick r:id="rId5">
                  <a:extLst>
                    <a:ext uri="{A12FA001-AC4F-418D-AE19-62706E023703}">
                      <ahyp:hlinkClr xmlns:ahyp="http://schemas.microsoft.com/office/drawing/2018/hyperlinkcolor" xmlns="" val="tx"/>
                    </a:ext>
                  </a:extLst>
                </a:hlinkClick>
              </a:rPr>
              <a:t>Freepik</a:t>
            </a:r>
            <a:r>
              <a:rPr lang="en" sz="1000" u="sng">
                <a:solidFill>
                  <a:schemeClr val="dk1"/>
                </a:solidFill>
                <a:latin typeface="Poppins"/>
                <a:ea typeface="Poppins"/>
                <a:cs typeface="Poppins"/>
                <a:sym typeface="Poppins"/>
              </a:rPr>
              <a:t> </a:t>
            </a:r>
            <a:endParaRPr sz="1000" b="1" u="sng">
              <a:solidFill>
                <a:schemeClr val="dk1"/>
              </a:solidFill>
              <a:latin typeface="Poppins"/>
              <a:ea typeface="Poppins"/>
              <a:cs typeface="Poppins"/>
              <a:sym typeface="Poppins"/>
            </a:endParaRPr>
          </a:p>
        </p:txBody>
      </p:sp>
      <p:grpSp>
        <p:nvGrpSpPr>
          <p:cNvPr id="268" name="Google Shape;268;p27"/>
          <p:cNvGrpSpPr/>
          <p:nvPr/>
        </p:nvGrpSpPr>
        <p:grpSpPr>
          <a:xfrm>
            <a:off x="-6816" y="0"/>
            <a:ext cx="9150952" cy="5153913"/>
            <a:chOff x="-6816" y="0"/>
            <a:chExt cx="9150952" cy="5153913"/>
          </a:xfrm>
        </p:grpSpPr>
        <p:grpSp>
          <p:nvGrpSpPr>
            <p:cNvPr id="269" name="Google Shape;269;p27"/>
            <p:cNvGrpSpPr/>
            <p:nvPr/>
          </p:nvGrpSpPr>
          <p:grpSpPr>
            <a:xfrm flipH="1">
              <a:off x="5354613" y="0"/>
              <a:ext cx="3789523" cy="359400"/>
              <a:chOff x="0" y="0"/>
              <a:chExt cx="3789523" cy="359400"/>
            </a:xfrm>
          </p:grpSpPr>
          <p:pic>
            <p:nvPicPr>
              <p:cNvPr id="270" name="Google Shape;270;p27"/>
              <p:cNvPicPr preferRelativeResize="0"/>
              <p:nvPr/>
            </p:nvPicPr>
            <p:blipFill>
              <a:blip r:embed="rId6">
                <a:alphaModFix/>
              </a:blip>
              <a:stretch>
                <a:fillRect/>
              </a:stretch>
            </p:blipFill>
            <p:spPr>
              <a:xfrm>
                <a:off x="0" y="0"/>
                <a:ext cx="3789523" cy="359400"/>
              </a:xfrm>
              <a:prstGeom prst="rect">
                <a:avLst/>
              </a:prstGeom>
              <a:noFill/>
              <a:ln>
                <a:noFill/>
              </a:ln>
            </p:spPr>
          </p:pic>
          <p:pic>
            <p:nvPicPr>
              <p:cNvPr id="271" name="Google Shape;271;p27"/>
              <p:cNvPicPr preferRelativeResize="0"/>
              <p:nvPr/>
            </p:nvPicPr>
            <p:blipFill>
              <a:blip r:embed="rId7">
                <a:alphaModFix/>
              </a:blip>
              <a:stretch>
                <a:fillRect/>
              </a:stretch>
            </p:blipFill>
            <p:spPr>
              <a:xfrm>
                <a:off x="265125" y="145205"/>
                <a:ext cx="1585464" cy="69000"/>
              </a:xfrm>
              <a:prstGeom prst="rect">
                <a:avLst/>
              </a:prstGeom>
              <a:noFill/>
              <a:ln>
                <a:noFill/>
              </a:ln>
            </p:spPr>
          </p:pic>
        </p:grpSp>
        <p:grpSp>
          <p:nvGrpSpPr>
            <p:cNvPr id="272" name="Google Shape;272;p27"/>
            <p:cNvGrpSpPr/>
            <p:nvPr/>
          </p:nvGrpSpPr>
          <p:grpSpPr>
            <a:xfrm flipH="1">
              <a:off x="-6816" y="4765888"/>
              <a:ext cx="3785698" cy="388025"/>
              <a:chOff x="5363346" y="4765888"/>
              <a:chExt cx="3785698" cy="388025"/>
            </a:xfrm>
          </p:grpSpPr>
          <p:pic>
            <p:nvPicPr>
              <p:cNvPr id="273" name="Google Shape;273;p27"/>
              <p:cNvPicPr preferRelativeResize="0"/>
              <p:nvPr/>
            </p:nvPicPr>
            <p:blipFill>
              <a:blip r:embed="rId8">
                <a:alphaModFix/>
              </a:blip>
              <a:stretch>
                <a:fillRect/>
              </a:stretch>
            </p:blipFill>
            <p:spPr>
              <a:xfrm rot="10800000">
                <a:off x="5363346" y="4765888"/>
                <a:ext cx="3785698" cy="388025"/>
              </a:xfrm>
              <a:prstGeom prst="rect">
                <a:avLst/>
              </a:prstGeom>
              <a:noFill/>
              <a:ln>
                <a:noFill/>
              </a:ln>
            </p:spPr>
          </p:pic>
          <p:pic>
            <p:nvPicPr>
              <p:cNvPr id="274" name="Google Shape;274;p27"/>
              <p:cNvPicPr preferRelativeResize="0"/>
              <p:nvPr/>
            </p:nvPicPr>
            <p:blipFill>
              <a:blip r:embed="rId7">
                <a:alphaModFix/>
              </a:blip>
              <a:stretch>
                <a:fillRect/>
              </a:stretch>
            </p:blipFill>
            <p:spPr>
              <a:xfrm rot="10800000">
                <a:off x="7300206" y="4925405"/>
                <a:ext cx="1585464" cy="69000"/>
              </a:xfrm>
              <a:prstGeom prst="rect">
                <a:avLst/>
              </a:prstGeom>
              <a:noFill/>
              <a:ln>
                <a:noFill/>
              </a:ln>
            </p:spPr>
          </p:pic>
        </p:grpSp>
      </p:grpSp>
      <p:grpSp>
        <p:nvGrpSpPr>
          <p:cNvPr id="275" name="Google Shape;275;p27"/>
          <p:cNvGrpSpPr/>
          <p:nvPr/>
        </p:nvGrpSpPr>
        <p:grpSpPr>
          <a:xfrm>
            <a:off x="0" y="-11538"/>
            <a:ext cx="9143999" cy="5155025"/>
            <a:chOff x="0" y="-11538"/>
            <a:chExt cx="9143999" cy="5155025"/>
          </a:xfrm>
        </p:grpSpPr>
        <p:pic>
          <p:nvPicPr>
            <p:cNvPr id="276" name="Google Shape;276;p27"/>
            <p:cNvPicPr preferRelativeResize="0"/>
            <p:nvPr/>
          </p:nvPicPr>
          <p:blipFill>
            <a:blip r:embed="rId9">
              <a:alphaModFix/>
            </a:blip>
            <a:stretch>
              <a:fillRect/>
            </a:stretch>
          </p:blipFill>
          <p:spPr>
            <a:xfrm flipH="1">
              <a:off x="0" y="-11538"/>
              <a:ext cx="972775" cy="972775"/>
            </a:xfrm>
            <a:prstGeom prst="rect">
              <a:avLst/>
            </a:prstGeom>
            <a:noFill/>
            <a:ln>
              <a:noFill/>
            </a:ln>
          </p:spPr>
        </p:pic>
        <p:pic>
          <p:nvPicPr>
            <p:cNvPr id="277" name="Google Shape;277;p27"/>
            <p:cNvPicPr preferRelativeResize="0"/>
            <p:nvPr/>
          </p:nvPicPr>
          <p:blipFill>
            <a:blip r:embed="rId10">
              <a:alphaModFix/>
            </a:blip>
            <a:stretch>
              <a:fillRect/>
            </a:stretch>
          </p:blipFill>
          <p:spPr>
            <a:xfrm flipH="1">
              <a:off x="8171224" y="4170713"/>
              <a:ext cx="972775" cy="972775"/>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78"/>
        <p:cNvGrpSpPr/>
        <p:nvPr/>
      </p:nvGrpSpPr>
      <p:grpSpPr>
        <a:xfrm>
          <a:off x="0" y="0"/>
          <a:ext cx="0" cy="0"/>
          <a:chOff x="0" y="0"/>
          <a:chExt cx="0" cy="0"/>
        </a:xfrm>
      </p:grpSpPr>
      <p:pic>
        <p:nvPicPr>
          <p:cNvPr id="279" name="Google Shape;279;p28"/>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80" name="Google Shape;280;p28"/>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81" name="Google Shape;281;p28"/>
          <p:cNvPicPr preferRelativeResize="0"/>
          <p:nvPr/>
        </p:nvPicPr>
        <p:blipFill rotWithShape="1">
          <a:blip r:embed="rId3">
            <a:alphaModFix/>
          </a:blip>
          <a:srcRect t="129" b="129"/>
          <a:stretch/>
        </p:blipFill>
        <p:spPr>
          <a:xfrm rot="-5400000">
            <a:off x="-145124" y="3582752"/>
            <a:ext cx="1716695" cy="1307947"/>
          </a:xfrm>
          <a:prstGeom prst="rect">
            <a:avLst/>
          </a:prstGeom>
          <a:noFill/>
          <a:ln>
            <a:noFill/>
          </a:ln>
        </p:spPr>
      </p:pic>
      <p:pic>
        <p:nvPicPr>
          <p:cNvPr id="282" name="Google Shape;282;p28"/>
          <p:cNvPicPr preferRelativeResize="0"/>
          <p:nvPr/>
        </p:nvPicPr>
        <p:blipFill>
          <a:blip r:embed="rId4">
            <a:alphaModFix/>
          </a:blip>
          <a:stretch>
            <a:fillRect/>
          </a:stretch>
        </p:blipFill>
        <p:spPr>
          <a:xfrm>
            <a:off x="7906088" y="-13650"/>
            <a:ext cx="1251550" cy="1251550"/>
          </a:xfrm>
          <a:prstGeom prst="rect">
            <a:avLst/>
          </a:prstGeom>
          <a:noFill/>
          <a:ln>
            <a:noFill/>
          </a:ln>
        </p:spPr>
      </p:pic>
      <p:grpSp>
        <p:nvGrpSpPr>
          <p:cNvPr id="283" name="Google Shape;283;p28"/>
          <p:cNvGrpSpPr/>
          <p:nvPr/>
        </p:nvGrpSpPr>
        <p:grpSpPr>
          <a:xfrm>
            <a:off x="0" y="-13638"/>
            <a:ext cx="8878852" cy="4923618"/>
            <a:chOff x="0" y="-13638"/>
            <a:chExt cx="8878852" cy="4923618"/>
          </a:xfrm>
        </p:grpSpPr>
        <p:pic>
          <p:nvPicPr>
            <p:cNvPr id="284" name="Google Shape;284;p28"/>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nvGrpSpPr>
            <p:cNvPr id="285" name="Google Shape;285;p28"/>
            <p:cNvGrpSpPr/>
            <p:nvPr/>
          </p:nvGrpSpPr>
          <p:grpSpPr>
            <a:xfrm>
              <a:off x="0" y="-13638"/>
              <a:ext cx="6523526" cy="536050"/>
              <a:chOff x="0" y="-13638"/>
              <a:chExt cx="6523526" cy="536050"/>
            </a:xfrm>
          </p:grpSpPr>
          <p:pic>
            <p:nvPicPr>
              <p:cNvPr id="286" name="Google Shape;286;p28"/>
              <p:cNvPicPr preferRelativeResize="0"/>
              <p:nvPr/>
            </p:nvPicPr>
            <p:blipFill>
              <a:blip r:embed="rId6">
                <a:alphaModFix/>
              </a:blip>
              <a:stretch>
                <a:fillRect/>
              </a:stretch>
            </p:blipFill>
            <p:spPr>
              <a:xfrm>
                <a:off x="0" y="-13638"/>
                <a:ext cx="6523526" cy="536050"/>
              </a:xfrm>
              <a:prstGeom prst="rect">
                <a:avLst/>
              </a:prstGeom>
              <a:noFill/>
              <a:ln>
                <a:noFill/>
              </a:ln>
            </p:spPr>
          </p:pic>
          <p:pic>
            <p:nvPicPr>
              <p:cNvPr id="287" name="Google Shape;287;p28"/>
              <p:cNvPicPr preferRelativeResize="0"/>
              <p:nvPr/>
            </p:nvPicPr>
            <p:blipFill>
              <a:blip r:embed="rId5">
                <a:alphaModFix/>
              </a:blip>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8"/>
        <p:cNvGrpSpPr/>
        <p:nvPr/>
      </p:nvGrpSpPr>
      <p:grpSpPr>
        <a:xfrm>
          <a:off x="0" y="0"/>
          <a:ext cx="0" cy="0"/>
          <a:chOff x="0" y="0"/>
          <a:chExt cx="0" cy="0"/>
        </a:xfrm>
      </p:grpSpPr>
      <p:pic>
        <p:nvPicPr>
          <p:cNvPr id="289" name="Google Shape;289;p29"/>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90" name="Google Shape;290;p29"/>
          <p:cNvPicPr preferRelativeResize="0"/>
          <p:nvPr/>
        </p:nvPicPr>
        <p:blipFill rotWithShape="1">
          <a:blip r:embed="rId3">
            <a:alphaModFix/>
          </a:blip>
          <a:srcRect l="73637" t="129" b="129"/>
          <a:stretch/>
        </p:blipFill>
        <p:spPr>
          <a:xfrm>
            <a:off x="8632789" y="38875"/>
            <a:ext cx="452574" cy="1307951"/>
          </a:xfrm>
          <a:prstGeom prst="rect">
            <a:avLst/>
          </a:prstGeom>
          <a:noFill/>
          <a:ln>
            <a:noFill/>
          </a:ln>
        </p:spPr>
      </p:pic>
      <p:grpSp>
        <p:nvGrpSpPr>
          <p:cNvPr id="291" name="Google Shape;291;p29"/>
          <p:cNvGrpSpPr/>
          <p:nvPr/>
        </p:nvGrpSpPr>
        <p:grpSpPr>
          <a:xfrm>
            <a:off x="-26" y="-20456"/>
            <a:ext cx="972776" cy="5162894"/>
            <a:chOff x="-26" y="-20456"/>
            <a:chExt cx="972776" cy="5162894"/>
          </a:xfrm>
        </p:grpSpPr>
        <p:pic>
          <p:nvPicPr>
            <p:cNvPr id="292" name="Google Shape;292;p29"/>
            <p:cNvPicPr preferRelativeResize="0"/>
            <p:nvPr/>
          </p:nvPicPr>
          <p:blipFill>
            <a:blip r:embed="rId4">
              <a:alphaModFix/>
            </a:blip>
            <a:stretch>
              <a:fillRect/>
            </a:stretch>
          </p:blipFill>
          <p:spPr>
            <a:xfrm flipH="1">
              <a:off x="-25" y="-20456"/>
              <a:ext cx="972775" cy="972775"/>
            </a:xfrm>
            <a:prstGeom prst="rect">
              <a:avLst/>
            </a:prstGeom>
            <a:noFill/>
            <a:ln>
              <a:noFill/>
            </a:ln>
          </p:spPr>
        </p:pic>
        <p:pic>
          <p:nvPicPr>
            <p:cNvPr id="293" name="Google Shape;293;p29"/>
            <p:cNvPicPr preferRelativeResize="0"/>
            <p:nvPr/>
          </p:nvPicPr>
          <p:blipFill>
            <a:blip r:embed="rId5">
              <a:alphaModFix/>
            </a:blip>
            <a:stretch>
              <a:fillRect/>
            </a:stretch>
          </p:blipFill>
          <p:spPr>
            <a:xfrm rot="5400000" flipH="1">
              <a:off x="-26" y="4169663"/>
              <a:ext cx="972775" cy="972775"/>
            </a:xfrm>
            <a:prstGeom prst="rect">
              <a:avLst/>
            </a:prstGeom>
            <a:noFill/>
            <a:ln>
              <a:noFill/>
            </a:ln>
          </p:spPr>
        </p:pic>
      </p:grpSp>
      <p:grpSp>
        <p:nvGrpSpPr>
          <p:cNvPr id="294" name="Google Shape;294;p29"/>
          <p:cNvGrpSpPr/>
          <p:nvPr/>
        </p:nvGrpSpPr>
        <p:grpSpPr>
          <a:xfrm rot="10800000">
            <a:off x="5368113" y="4784100"/>
            <a:ext cx="3789523" cy="359400"/>
            <a:chOff x="-13638" y="0"/>
            <a:chExt cx="3789523" cy="359400"/>
          </a:xfrm>
        </p:grpSpPr>
        <p:pic>
          <p:nvPicPr>
            <p:cNvPr id="295" name="Google Shape;295;p29"/>
            <p:cNvPicPr preferRelativeResize="0"/>
            <p:nvPr/>
          </p:nvPicPr>
          <p:blipFill>
            <a:blip r:embed="rId6">
              <a:alphaModFix/>
            </a:blip>
            <a:stretch>
              <a:fillRect/>
            </a:stretch>
          </p:blipFill>
          <p:spPr>
            <a:xfrm>
              <a:off x="-13638" y="0"/>
              <a:ext cx="3789523" cy="359400"/>
            </a:xfrm>
            <a:prstGeom prst="rect">
              <a:avLst/>
            </a:prstGeom>
            <a:noFill/>
            <a:ln>
              <a:noFill/>
            </a:ln>
          </p:spPr>
        </p:pic>
        <p:pic>
          <p:nvPicPr>
            <p:cNvPr id="296" name="Google Shape;296;p29"/>
            <p:cNvPicPr preferRelativeResize="0"/>
            <p:nvPr/>
          </p:nvPicPr>
          <p:blipFill>
            <a:blip r:embed="rId7">
              <a:alphaModFix/>
            </a:blip>
            <a:stretch>
              <a:fillRect/>
            </a:stretch>
          </p:blipFill>
          <p:spPr>
            <a:xfrm>
              <a:off x="265125" y="145205"/>
              <a:ext cx="1585464" cy="69000"/>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01"/>
        <p:cNvGrpSpPr/>
        <p:nvPr/>
      </p:nvGrpSpPr>
      <p:grpSpPr>
        <a:xfrm>
          <a:off x="0" y="0"/>
          <a:ext cx="0" cy="0"/>
          <a:chOff x="0" y="0"/>
          <a:chExt cx="0" cy="0"/>
        </a:xfrm>
      </p:grpSpPr>
      <p:sp>
        <p:nvSpPr>
          <p:cNvPr id="302" name="Google Shape;302;p32"/>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97"/>
        <p:cNvGrpSpPr/>
        <p:nvPr/>
      </p:nvGrpSpPr>
      <p:grpSpPr>
        <a:xfrm>
          <a:off x="0" y="0"/>
          <a:ext cx="0" cy="0"/>
          <a:chOff x="0" y="0"/>
          <a:chExt cx="0" cy="0"/>
        </a:xfrm>
      </p:grpSpPr>
      <p:sp>
        <p:nvSpPr>
          <p:cNvPr id="298" name="Google Shape;298;p30"/>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99" name="Google Shape;299;p30"/>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Data" Target="../diagrams/data1.xml"/><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ikDiZNxx6a_OMCtdcxZDc6hHYQTwCNbu/view?usp=sharing"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6" name="Google Shape;307;p33">
            <a:extLst>
              <a:ext uri="{FF2B5EF4-FFF2-40B4-BE49-F238E27FC236}">
                <a16:creationId xmlns:a16="http://schemas.microsoft.com/office/drawing/2014/main" xmlns="" id="{ECA5C88B-EC0B-4A7F-0996-BDD95D0E0BF9}"/>
              </a:ext>
            </a:extLst>
          </p:cNvPr>
          <p:cNvSpPr txBox="1">
            <a:spLocks noGrp="1"/>
          </p:cNvSpPr>
          <p:nvPr/>
        </p:nvSpPr>
        <p:spPr>
          <a:xfrm>
            <a:off x="1358902" y="731521"/>
            <a:ext cx="7199400" cy="95538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a:buNone/>
              <a:defRPr sz="45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2pPr>
            <a:lvl3pPr marR="0" lvl="2"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3pPr>
            <a:lvl4pPr marR="0" lvl="3"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4pPr>
            <a:lvl5pPr marR="0" lvl="4"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5pPr>
            <a:lvl6pPr marR="0" lvl="5"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6pPr>
            <a:lvl7pPr marR="0" lvl="6"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7pPr>
            <a:lvl8pPr marR="0" lvl="7"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8pPr>
            <a:lvl9pPr marR="0" lvl="8"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9pPr>
          </a:lstStyle>
          <a:p>
            <a:endParaRPr lang="en-US" sz="2800" dirty="0" smtClean="0">
              <a:latin typeface="Times New Roman"/>
              <a:cs typeface="Times New Roman"/>
            </a:endParaRPr>
          </a:p>
          <a:p>
            <a:r>
              <a:rPr lang="en-US" sz="2800" dirty="0" smtClean="0">
                <a:solidFill>
                  <a:schemeClr val="tx2">
                    <a:lumMod val="50000"/>
                  </a:schemeClr>
                </a:solidFill>
                <a:latin typeface="Times New Roman"/>
                <a:cs typeface="Times New Roman"/>
              </a:rPr>
              <a:t>SMART BIOMEDICAL WASTE SEGREGATION AND MONITORING SYSTEM</a:t>
            </a:r>
            <a:endParaRPr lang="en" sz="2800" dirty="0" smtClean="0">
              <a:solidFill>
                <a:schemeClr val="tx2">
                  <a:lumMod val="50000"/>
                </a:schemeClr>
              </a:solidFill>
              <a:latin typeface="Times New Roman"/>
              <a:cs typeface="Times New Roman"/>
            </a:endParaRPr>
          </a:p>
          <a:p>
            <a:endParaRPr lang="en-US" sz="1800" dirty="0"/>
          </a:p>
        </p:txBody>
      </p:sp>
      <p:sp>
        <p:nvSpPr>
          <p:cNvPr id="7" name="Google Shape;308;p33">
            <a:extLst>
              <a:ext uri="{FF2B5EF4-FFF2-40B4-BE49-F238E27FC236}">
                <a16:creationId xmlns:a16="http://schemas.microsoft.com/office/drawing/2014/main" xmlns="" id="{0C4322F2-62CB-BC6A-27D5-D9238EA81210}"/>
              </a:ext>
            </a:extLst>
          </p:cNvPr>
          <p:cNvSpPr txBox="1">
            <a:spLocks noGrp="1"/>
          </p:cNvSpPr>
          <p:nvPr/>
        </p:nvSpPr>
        <p:spPr>
          <a:xfrm>
            <a:off x="1358903" y="2418217"/>
            <a:ext cx="7199400" cy="20603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Poppins"/>
              <a:buNone/>
              <a:defRPr sz="14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9pPr>
          </a:lstStyle>
          <a:p>
            <a:pPr marL="0" indent="0" algn="l">
              <a:lnSpc>
                <a:spcPct val="150000"/>
              </a:lnSpc>
            </a:pPr>
            <a:r>
              <a:rPr lang="en-US" sz="1800" b="1" dirty="0" smtClean="0">
                <a:solidFill>
                  <a:schemeClr val="tx1"/>
                </a:solidFill>
                <a:latin typeface="Times New Roman"/>
              </a:rPr>
              <a:t>👤</a:t>
            </a:r>
            <a:r>
              <a:rPr lang="en-US" sz="1800" b="1" dirty="0" smtClean="0">
                <a:solidFill>
                  <a:srgbClr val="0B66BC"/>
                </a:solidFill>
                <a:latin typeface="Times New Roman"/>
              </a:rPr>
              <a:t>  </a:t>
            </a:r>
            <a:r>
              <a:rPr lang="en-US" sz="1800" b="1" dirty="0" smtClean="0">
                <a:solidFill>
                  <a:schemeClr val="tx1"/>
                </a:solidFill>
                <a:latin typeface="Times New Roman"/>
              </a:rPr>
              <a:t>Prepared by </a:t>
            </a:r>
            <a:r>
              <a:rPr lang="en-US" sz="1800" b="1" dirty="0" smtClean="0">
                <a:solidFill>
                  <a:schemeClr val="tx1"/>
                </a:solidFill>
                <a:latin typeface="Times New Roman"/>
              </a:rPr>
              <a:t>- </a:t>
            </a:r>
            <a:r>
              <a:rPr lang="en-US" sz="1800" b="1" dirty="0" err="1" smtClean="0">
                <a:solidFill>
                  <a:schemeClr val="tx1"/>
                </a:solidFill>
                <a:latin typeface="Times New Roman"/>
              </a:rPr>
              <a:t>VimalRaj</a:t>
            </a:r>
            <a:r>
              <a:rPr lang="en-US" sz="1800" b="1" dirty="0" smtClean="0">
                <a:solidFill>
                  <a:schemeClr val="tx1"/>
                </a:solidFill>
                <a:latin typeface="Times New Roman"/>
              </a:rPr>
              <a:t> </a:t>
            </a:r>
            <a:r>
              <a:rPr lang="en-US" sz="1800" b="1" dirty="0" smtClean="0">
                <a:solidFill>
                  <a:schemeClr val="tx1"/>
                </a:solidFill>
                <a:latin typeface="Times New Roman"/>
              </a:rPr>
              <a:t>S</a:t>
            </a:r>
          </a:p>
          <a:p>
            <a:pPr marL="0" indent="0" algn="l">
              <a:lnSpc>
                <a:spcPct val="150000"/>
              </a:lnSpc>
            </a:pPr>
            <a:r>
              <a:rPr lang="en-US" sz="1800" b="1" dirty="0" smtClean="0">
                <a:solidFill>
                  <a:schemeClr val="tx1"/>
                </a:solidFill>
                <a:latin typeface="Times New Roman"/>
              </a:rPr>
              <a:t>🎓 </a:t>
            </a:r>
            <a:r>
              <a:rPr lang="en-US" sz="1800" b="1" dirty="0" smtClean="0">
                <a:solidFill>
                  <a:schemeClr val="tx1"/>
                </a:solidFill>
                <a:latin typeface="Times New Roman"/>
              </a:rPr>
              <a:t> Department </a:t>
            </a:r>
            <a:r>
              <a:rPr lang="en-US" sz="1800" b="1" dirty="0" smtClean="0">
                <a:solidFill>
                  <a:schemeClr val="tx1"/>
                </a:solidFill>
                <a:latin typeface="Times New Roman"/>
              </a:rPr>
              <a:t>of Biomedical Engineering</a:t>
            </a:r>
          </a:p>
          <a:p>
            <a:pPr marL="0" indent="0" algn="l">
              <a:lnSpc>
                <a:spcPct val="150000"/>
              </a:lnSpc>
            </a:pPr>
            <a:r>
              <a:rPr lang="en-US" sz="1800" b="1" dirty="0" smtClean="0">
                <a:solidFill>
                  <a:schemeClr val="tx1"/>
                </a:solidFill>
                <a:latin typeface="Times New Roman"/>
              </a:rPr>
              <a:t>📅 </a:t>
            </a:r>
            <a:r>
              <a:rPr lang="en-US" sz="1800" b="1" dirty="0" smtClean="0">
                <a:solidFill>
                  <a:schemeClr val="tx1"/>
                </a:solidFill>
                <a:latin typeface="Times New Roman"/>
              </a:rPr>
              <a:t> 2025</a:t>
            </a:r>
            <a:endParaRPr lang="en" sz="1800" dirty="0">
              <a:solidFill>
                <a:schemeClr val="tx1"/>
              </a:solidFill>
              <a:latin typeface="Times New Roman"/>
            </a:endParaRPr>
          </a:p>
        </p:txBody>
      </p:sp>
      <p:pic>
        <p:nvPicPr>
          <p:cNvPr id="8" name="Picture 7" descr="A logo with a globe and text&#10;&#10;AI-generated content may be incorrect.">
            <a:extLst>
              <a:ext uri="{FF2B5EF4-FFF2-40B4-BE49-F238E27FC236}">
                <a16:creationId xmlns:a16="http://schemas.microsoft.com/office/drawing/2014/main" xmlns="" id="{BA85CC92-D7EB-982D-7711-A3E6A5F0292C}"/>
              </a:ext>
            </a:extLst>
          </p:cNvPr>
          <p:cNvPicPr>
            <a:picLocks noChangeAspect="1"/>
          </p:cNvPicPr>
          <p:nvPr/>
        </p:nvPicPr>
        <p:blipFill>
          <a:blip r:embed="rId3"/>
          <a:stretch>
            <a:fillRect/>
          </a:stretch>
        </p:blipFill>
        <p:spPr>
          <a:xfrm>
            <a:off x="331959" y="890200"/>
            <a:ext cx="871441" cy="7916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4" name="Google Shape;488;p47">
            <a:extLst>
              <a:ext uri="{FF2B5EF4-FFF2-40B4-BE49-F238E27FC236}">
                <a16:creationId xmlns:a16="http://schemas.microsoft.com/office/drawing/2014/main" xmlns="" id="{6471E41C-8FF3-8567-8DBA-8BBA3A0400B6}"/>
              </a:ext>
            </a:extLst>
          </p:cNvPr>
          <p:cNvSpPr txBox="1"/>
          <p:nvPr/>
        </p:nvSpPr>
        <p:spPr>
          <a:xfrm flipH="1">
            <a:off x="963296" y="1457273"/>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solidFill>
                  <a:srgbClr val="191919"/>
                </a:solidFill>
                <a:latin typeface="Times New Roman"/>
                <a:ea typeface="Poppins"/>
                <a:cs typeface="Times New Roman"/>
              </a:rPr>
              <a:t>ABSTRACT</a:t>
            </a:r>
          </a:p>
        </p:txBody>
      </p:sp>
      <p:sp>
        <p:nvSpPr>
          <p:cNvPr id="5" name="Google Shape;489;p47">
            <a:extLst>
              <a:ext uri="{FF2B5EF4-FFF2-40B4-BE49-F238E27FC236}">
                <a16:creationId xmlns:a16="http://schemas.microsoft.com/office/drawing/2014/main" xmlns="" id="{47835E77-52F2-CC02-AEA8-5092656EC8F2}"/>
              </a:ext>
            </a:extLst>
          </p:cNvPr>
          <p:cNvSpPr txBox="1"/>
          <p:nvPr/>
        </p:nvSpPr>
        <p:spPr>
          <a:xfrm flipH="1">
            <a:off x="3785333" y="1457273"/>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rPr>
              <a:t>IDEA/APPROACH DETAILS</a:t>
            </a:r>
            <a:endParaRPr lang="en-US" sz="1200">
              <a:latin typeface="Times New Roman"/>
              <a:cs typeface="Times New Roman"/>
            </a:endParaRPr>
          </a:p>
        </p:txBody>
      </p:sp>
      <p:sp>
        <p:nvSpPr>
          <p:cNvPr id="6" name="Google Shape;490;p47">
            <a:extLst>
              <a:ext uri="{FF2B5EF4-FFF2-40B4-BE49-F238E27FC236}">
                <a16:creationId xmlns:a16="http://schemas.microsoft.com/office/drawing/2014/main" xmlns="" id="{67EF8F8B-8AE0-7CFC-8952-9638E036AA01}"/>
              </a:ext>
            </a:extLst>
          </p:cNvPr>
          <p:cNvSpPr txBox="1"/>
          <p:nvPr/>
        </p:nvSpPr>
        <p:spPr>
          <a:xfrm flipH="1">
            <a:off x="6607395" y="1457273"/>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ea typeface="Poppins"/>
                <a:cs typeface="Times New Roman"/>
              </a:rPr>
              <a:t>FLOW CHART</a:t>
            </a:r>
          </a:p>
        </p:txBody>
      </p:sp>
      <p:sp>
        <p:nvSpPr>
          <p:cNvPr id="7" name="Google Shape;491;p47">
            <a:extLst>
              <a:ext uri="{FF2B5EF4-FFF2-40B4-BE49-F238E27FC236}">
                <a16:creationId xmlns:a16="http://schemas.microsoft.com/office/drawing/2014/main" xmlns="" id="{4E5A6243-7A6A-7FBC-DADA-34CD1415B591}"/>
              </a:ext>
            </a:extLst>
          </p:cNvPr>
          <p:cNvSpPr txBox="1"/>
          <p:nvPr/>
        </p:nvSpPr>
        <p:spPr>
          <a:xfrm flipH="1">
            <a:off x="963269" y="2671166"/>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sym typeface="Poppins"/>
              </a:rPr>
              <a:t>TECH STACK AND DEPENDENCIES</a:t>
            </a:r>
            <a:endParaRPr lang="en" sz="1200">
              <a:solidFill>
                <a:schemeClr val="dk1"/>
              </a:solidFill>
              <a:latin typeface="Times New Roman"/>
              <a:cs typeface="Times New Roman"/>
            </a:endParaRPr>
          </a:p>
        </p:txBody>
      </p:sp>
      <p:sp>
        <p:nvSpPr>
          <p:cNvPr id="8" name="Google Shape;492;p47">
            <a:extLst>
              <a:ext uri="{FF2B5EF4-FFF2-40B4-BE49-F238E27FC236}">
                <a16:creationId xmlns:a16="http://schemas.microsoft.com/office/drawing/2014/main" xmlns="" id="{482429DD-A3DF-A80D-01F8-9CE8732ECE74}"/>
              </a:ext>
            </a:extLst>
          </p:cNvPr>
          <p:cNvSpPr txBox="1"/>
          <p:nvPr/>
        </p:nvSpPr>
        <p:spPr>
          <a:xfrm flipH="1">
            <a:off x="6607395" y="2671174"/>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rPr>
              <a:t>ANALYSIS PART OF THEIR PROJECT</a:t>
            </a:r>
          </a:p>
        </p:txBody>
      </p:sp>
      <p:sp>
        <p:nvSpPr>
          <p:cNvPr id="9" name="Google Shape;495;p47">
            <a:extLst>
              <a:ext uri="{FF2B5EF4-FFF2-40B4-BE49-F238E27FC236}">
                <a16:creationId xmlns:a16="http://schemas.microsoft.com/office/drawing/2014/main" xmlns="" id="{0DE21461-1801-C846-426F-3F9E1D3B078C}"/>
              </a:ext>
            </a:extLst>
          </p:cNvPr>
          <p:cNvSpPr txBox="1"/>
          <p:nvPr/>
        </p:nvSpPr>
        <p:spPr>
          <a:xfrm flipH="1">
            <a:off x="3785333" y="2671174"/>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rPr>
              <a:t>METHODOLIGIES OR ALGORITHMS FOCUSED</a:t>
            </a:r>
            <a:endParaRPr lang="en-US" sz="1200" err="1">
              <a:solidFill>
                <a:schemeClr val="dk1"/>
              </a:solidFill>
              <a:latin typeface="Times New Roman"/>
              <a:cs typeface="Times New Roman"/>
            </a:endParaRPr>
          </a:p>
        </p:txBody>
      </p:sp>
      <p:cxnSp>
        <p:nvCxnSpPr>
          <p:cNvPr id="10" name="Google Shape;496;p47">
            <a:extLst>
              <a:ext uri="{FF2B5EF4-FFF2-40B4-BE49-F238E27FC236}">
                <a16:creationId xmlns:a16="http://schemas.microsoft.com/office/drawing/2014/main" xmlns="" id="{8DB1C6E3-A8B1-97C7-6FCE-8266E0FE4AC3}"/>
              </a:ext>
            </a:extLst>
          </p:cNvPr>
          <p:cNvCxnSpPr>
            <a:cxnSpLocks/>
          </p:cNvCxnSpPr>
          <p:nvPr/>
        </p:nvCxnSpPr>
        <p:spPr>
          <a:xfrm>
            <a:off x="3037196" y="1879374"/>
            <a:ext cx="748200" cy="0"/>
          </a:xfrm>
          <a:prstGeom prst="straightConnector1">
            <a:avLst/>
          </a:prstGeom>
          <a:noFill/>
          <a:ln w="9525" cap="flat" cmpd="sng">
            <a:solidFill>
              <a:schemeClr val="dk1"/>
            </a:solidFill>
            <a:prstDash val="solid"/>
            <a:round/>
            <a:headEnd type="none" w="med" len="med"/>
            <a:tailEnd type="diamond" w="med" len="med"/>
          </a:ln>
        </p:spPr>
      </p:cxnSp>
      <p:cxnSp>
        <p:nvCxnSpPr>
          <p:cNvPr id="11" name="Google Shape;497;p47">
            <a:extLst>
              <a:ext uri="{FF2B5EF4-FFF2-40B4-BE49-F238E27FC236}">
                <a16:creationId xmlns:a16="http://schemas.microsoft.com/office/drawing/2014/main" xmlns="" id="{110BE94B-3A67-7269-C1EA-8F3492EFF8CE}"/>
              </a:ext>
            </a:extLst>
          </p:cNvPr>
          <p:cNvCxnSpPr>
            <a:cxnSpLocks/>
          </p:cNvCxnSpPr>
          <p:nvPr/>
        </p:nvCxnSpPr>
        <p:spPr>
          <a:xfrm>
            <a:off x="5859233" y="1879374"/>
            <a:ext cx="748200" cy="0"/>
          </a:xfrm>
          <a:prstGeom prst="straightConnector1">
            <a:avLst/>
          </a:prstGeom>
          <a:noFill/>
          <a:ln w="9525" cap="flat" cmpd="sng">
            <a:solidFill>
              <a:schemeClr val="dk1"/>
            </a:solidFill>
            <a:prstDash val="solid"/>
            <a:round/>
            <a:headEnd type="none" w="med" len="med"/>
            <a:tailEnd type="diamond" w="med" len="med"/>
          </a:ln>
        </p:spPr>
      </p:cxnSp>
      <p:cxnSp>
        <p:nvCxnSpPr>
          <p:cNvPr id="12" name="Google Shape;498;p47">
            <a:extLst>
              <a:ext uri="{FF2B5EF4-FFF2-40B4-BE49-F238E27FC236}">
                <a16:creationId xmlns:a16="http://schemas.microsoft.com/office/drawing/2014/main" xmlns="" id="{05B67E03-A8F9-CAC7-236B-343E48337FB8}"/>
              </a:ext>
            </a:extLst>
          </p:cNvPr>
          <p:cNvCxnSpPr>
            <a:cxnSpLocks/>
          </p:cNvCxnSpPr>
          <p:nvPr/>
        </p:nvCxnSpPr>
        <p:spPr>
          <a:xfrm rot="5400000">
            <a:off x="4637445" y="-335826"/>
            <a:ext cx="369600" cy="5644200"/>
          </a:xfrm>
          <a:prstGeom prst="bentConnector3">
            <a:avLst>
              <a:gd name="adj1" fmla="val 50013"/>
            </a:avLst>
          </a:prstGeom>
          <a:noFill/>
          <a:ln w="9525" cap="flat" cmpd="sng">
            <a:solidFill>
              <a:schemeClr val="dk1"/>
            </a:solidFill>
            <a:prstDash val="solid"/>
            <a:round/>
            <a:headEnd type="none" w="med" len="med"/>
            <a:tailEnd type="diamond" w="med" len="med"/>
          </a:ln>
        </p:spPr>
      </p:cxnSp>
      <p:cxnSp>
        <p:nvCxnSpPr>
          <p:cNvPr id="13" name="Google Shape;499;p47">
            <a:extLst>
              <a:ext uri="{FF2B5EF4-FFF2-40B4-BE49-F238E27FC236}">
                <a16:creationId xmlns:a16="http://schemas.microsoft.com/office/drawing/2014/main" xmlns="" id="{65DA523E-C32E-CF5F-12B8-C5694D5FB77A}"/>
              </a:ext>
            </a:extLst>
          </p:cNvPr>
          <p:cNvCxnSpPr>
            <a:cxnSpLocks/>
          </p:cNvCxnSpPr>
          <p:nvPr/>
        </p:nvCxnSpPr>
        <p:spPr>
          <a:xfrm>
            <a:off x="5859233" y="3093273"/>
            <a:ext cx="748200" cy="600"/>
          </a:xfrm>
          <a:prstGeom prst="bentConnector3">
            <a:avLst>
              <a:gd name="adj1" fmla="val 49997"/>
            </a:avLst>
          </a:prstGeom>
          <a:noFill/>
          <a:ln w="9525" cap="flat" cmpd="sng">
            <a:solidFill>
              <a:schemeClr val="dk1"/>
            </a:solidFill>
            <a:prstDash val="solid"/>
            <a:round/>
            <a:headEnd type="none" w="med" len="med"/>
            <a:tailEnd type="diamond" w="med" len="med"/>
          </a:ln>
        </p:spPr>
      </p:cxnSp>
      <p:cxnSp>
        <p:nvCxnSpPr>
          <p:cNvPr id="14" name="Google Shape;500;p47">
            <a:extLst>
              <a:ext uri="{FF2B5EF4-FFF2-40B4-BE49-F238E27FC236}">
                <a16:creationId xmlns:a16="http://schemas.microsoft.com/office/drawing/2014/main" xmlns="" id="{4D499282-DE59-DC32-97A7-1620DA5B12DF}"/>
              </a:ext>
            </a:extLst>
          </p:cNvPr>
          <p:cNvCxnSpPr>
            <a:cxnSpLocks/>
          </p:cNvCxnSpPr>
          <p:nvPr/>
        </p:nvCxnSpPr>
        <p:spPr>
          <a:xfrm>
            <a:off x="3037170" y="3093267"/>
            <a:ext cx="748200" cy="600"/>
          </a:xfrm>
          <a:prstGeom prst="bentConnector3">
            <a:avLst>
              <a:gd name="adj1" fmla="val 49998"/>
            </a:avLst>
          </a:prstGeom>
          <a:noFill/>
          <a:ln w="9525" cap="flat" cmpd="sng">
            <a:solidFill>
              <a:schemeClr val="dk1"/>
            </a:solidFill>
            <a:prstDash val="solid"/>
            <a:round/>
            <a:headEnd type="none" w="med" len="med"/>
            <a:tailEnd type="diamond" w="med" len="med"/>
          </a:ln>
        </p:spPr>
      </p:cxnSp>
      <p:sp>
        <p:nvSpPr>
          <p:cNvPr id="15" name="Google Shape;313;p34">
            <a:extLst>
              <a:ext uri="{FF2B5EF4-FFF2-40B4-BE49-F238E27FC236}">
                <a16:creationId xmlns:a16="http://schemas.microsoft.com/office/drawing/2014/main" xmlns="" id="{3C654057-8A92-5656-A029-86FAE31F1F15}"/>
              </a:ext>
            </a:extLst>
          </p:cNvPr>
          <p:cNvSpPr txBox="1">
            <a:spLocks/>
          </p:cNvSpPr>
          <p:nvPr/>
        </p:nvSpPr>
        <p:spPr>
          <a:xfrm>
            <a:off x="1455318" y="598626"/>
            <a:ext cx="6853120"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
                <a:solidFill>
                  <a:srgbClr val="0B66BC"/>
                </a:solidFill>
                <a:latin typeface="Times New Roman"/>
              </a:rPr>
              <a:t>MODULE LIST</a:t>
            </a:r>
            <a:endParaRPr lang="en-US"/>
          </a:p>
        </p:txBody>
      </p:sp>
      <p:sp>
        <p:nvSpPr>
          <p:cNvPr id="17" name="Google Shape;491;p47">
            <a:extLst>
              <a:ext uri="{FF2B5EF4-FFF2-40B4-BE49-F238E27FC236}">
                <a16:creationId xmlns:a16="http://schemas.microsoft.com/office/drawing/2014/main" xmlns="" id="{D4B0668C-8F99-9D37-3CB5-6D22325D7AFB}"/>
              </a:ext>
            </a:extLst>
          </p:cNvPr>
          <p:cNvSpPr txBox="1"/>
          <p:nvPr/>
        </p:nvSpPr>
        <p:spPr>
          <a:xfrm flipH="1">
            <a:off x="963269" y="3868967"/>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dirty="0">
                <a:solidFill>
                  <a:schemeClr val="dk1"/>
                </a:solidFill>
                <a:latin typeface="Times New Roman"/>
                <a:cs typeface="Times New Roman"/>
              </a:rPr>
              <a:t>EXPECTED OUTCOME</a:t>
            </a:r>
          </a:p>
        </p:txBody>
      </p:sp>
      <p:sp>
        <p:nvSpPr>
          <p:cNvPr id="18" name="Google Shape;492;p47">
            <a:extLst>
              <a:ext uri="{FF2B5EF4-FFF2-40B4-BE49-F238E27FC236}">
                <a16:creationId xmlns:a16="http://schemas.microsoft.com/office/drawing/2014/main" xmlns="" id="{B180696D-30B1-BC5C-35F1-F08E068C47BD}"/>
              </a:ext>
            </a:extLst>
          </p:cNvPr>
          <p:cNvSpPr txBox="1"/>
          <p:nvPr/>
        </p:nvSpPr>
        <p:spPr>
          <a:xfrm flipH="1">
            <a:off x="6607395" y="3868974"/>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rPr>
              <a:t>CONCLUSION AND FUTURE WORK</a:t>
            </a:r>
          </a:p>
        </p:txBody>
      </p:sp>
      <p:sp>
        <p:nvSpPr>
          <p:cNvPr id="19" name="Google Shape;495;p47">
            <a:extLst>
              <a:ext uri="{FF2B5EF4-FFF2-40B4-BE49-F238E27FC236}">
                <a16:creationId xmlns:a16="http://schemas.microsoft.com/office/drawing/2014/main" xmlns="" id="{ECDBFC7D-50F1-9A82-D4DB-5BA2B5F02C97}"/>
              </a:ext>
            </a:extLst>
          </p:cNvPr>
          <p:cNvSpPr txBox="1"/>
          <p:nvPr/>
        </p:nvSpPr>
        <p:spPr>
          <a:xfrm flipH="1">
            <a:off x="3785332" y="3868974"/>
            <a:ext cx="2073900" cy="8442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
                <a:solidFill>
                  <a:schemeClr val="dk1"/>
                </a:solidFill>
                <a:latin typeface="Times New Roman"/>
                <a:cs typeface="Times New Roman"/>
              </a:rPr>
              <a:t>SOCIAL RELEVANCE</a:t>
            </a:r>
          </a:p>
        </p:txBody>
      </p:sp>
      <p:cxnSp>
        <p:nvCxnSpPr>
          <p:cNvPr id="20" name="Google Shape;498;p47">
            <a:extLst>
              <a:ext uri="{FF2B5EF4-FFF2-40B4-BE49-F238E27FC236}">
                <a16:creationId xmlns:a16="http://schemas.microsoft.com/office/drawing/2014/main" xmlns="" id="{0C45D945-DA12-62DC-BDEA-D6BCCACF321C}"/>
              </a:ext>
            </a:extLst>
          </p:cNvPr>
          <p:cNvCxnSpPr>
            <a:cxnSpLocks/>
          </p:cNvCxnSpPr>
          <p:nvPr/>
        </p:nvCxnSpPr>
        <p:spPr>
          <a:xfrm rot="5400000">
            <a:off x="4637445" y="861975"/>
            <a:ext cx="369600" cy="5644200"/>
          </a:xfrm>
          <a:prstGeom prst="bentConnector3">
            <a:avLst>
              <a:gd name="adj1" fmla="val 50013"/>
            </a:avLst>
          </a:prstGeom>
          <a:noFill/>
          <a:ln w="9525" cap="flat" cmpd="sng">
            <a:solidFill>
              <a:schemeClr val="dk1"/>
            </a:solidFill>
            <a:prstDash val="solid"/>
            <a:round/>
            <a:headEnd type="none" w="med" len="med"/>
            <a:tailEnd type="diamond" w="med" len="med"/>
          </a:ln>
        </p:spPr>
      </p:cxnSp>
      <p:cxnSp>
        <p:nvCxnSpPr>
          <p:cNvPr id="21" name="Google Shape;499;p47">
            <a:extLst>
              <a:ext uri="{FF2B5EF4-FFF2-40B4-BE49-F238E27FC236}">
                <a16:creationId xmlns:a16="http://schemas.microsoft.com/office/drawing/2014/main" xmlns="" id="{81BAE198-1DCA-5599-C699-CFEEB94F50EA}"/>
              </a:ext>
            </a:extLst>
          </p:cNvPr>
          <p:cNvCxnSpPr>
            <a:cxnSpLocks/>
          </p:cNvCxnSpPr>
          <p:nvPr/>
        </p:nvCxnSpPr>
        <p:spPr>
          <a:xfrm>
            <a:off x="5859233" y="4291074"/>
            <a:ext cx="748200" cy="600"/>
          </a:xfrm>
          <a:prstGeom prst="bentConnector3">
            <a:avLst>
              <a:gd name="adj1" fmla="val 49997"/>
            </a:avLst>
          </a:prstGeom>
          <a:noFill/>
          <a:ln w="9525" cap="flat" cmpd="sng">
            <a:solidFill>
              <a:schemeClr val="dk1"/>
            </a:solidFill>
            <a:prstDash val="solid"/>
            <a:round/>
            <a:headEnd type="none" w="med" len="med"/>
            <a:tailEnd type="diamond" w="med" len="med"/>
          </a:ln>
        </p:spPr>
      </p:cxnSp>
      <p:cxnSp>
        <p:nvCxnSpPr>
          <p:cNvPr id="22" name="Google Shape;500;p47">
            <a:extLst>
              <a:ext uri="{FF2B5EF4-FFF2-40B4-BE49-F238E27FC236}">
                <a16:creationId xmlns:a16="http://schemas.microsoft.com/office/drawing/2014/main" xmlns="" id="{55A6022C-DB95-8618-FE54-BB2415A3C6E4}"/>
              </a:ext>
            </a:extLst>
          </p:cNvPr>
          <p:cNvCxnSpPr>
            <a:cxnSpLocks/>
          </p:cNvCxnSpPr>
          <p:nvPr/>
        </p:nvCxnSpPr>
        <p:spPr>
          <a:xfrm>
            <a:off x="3037168" y="4291066"/>
            <a:ext cx="748200" cy="600"/>
          </a:xfrm>
          <a:prstGeom prst="bentConnector3">
            <a:avLst>
              <a:gd name="adj1" fmla="val 49998"/>
            </a:avLst>
          </a:prstGeom>
          <a:noFill/>
          <a:ln w="9525" cap="flat" cmpd="sng">
            <a:solidFill>
              <a:schemeClr val="dk1"/>
            </a:solidFill>
            <a:prstDash val="solid"/>
            <a:round/>
            <a:headEnd type="none" w="med" len="med"/>
            <a:tailEnd type="diamond"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xmlns="" id="{FEADA780-4BB5-C1ED-B086-0BB0675D5B1A}"/>
            </a:ext>
          </a:extLst>
        </p:cNvPr>
        <p:cNvGrpSpPr/>
        <p:nvPr/>
      </p:nvGrpSpPr>
      <p:grpSpPr>
        <a:xfrm>
          <a:off x="0" y="0"/>
          <a:ext cx="0" cy="0"/>
          <a:chOff x="0" y="0"/>
          <a:chExt cx="0" cy="0"/>
        </a:xfrm>
      </p:grpSpPr>
      <p:sp>
        <p:nvSpPr>
          <p:cNvPr id="4" name="Google Shape;313;p34">
            <a:extLst>
              <a:ext uri="{FF2B5EF4-FFF2-40B4-BE49-F238E27FC236}">
                <a16:creationId xmlns:a16="http://schemas.microsoft.com/office/drawing/2014/main" xmlns="" id="{4B7F0DBA-1D4A-42BF-0EA7-7C87DBDFB83D}"/>
              </a:ext>
            </a:extLst>
          </p:cNvPr>
          <p:cNvSpPr txBox="1">
            <a:spLocks/>
          </p:cNvSpPr>
          <p:nvPr/>
        </p:nvSpPr>
        <p:spPr>
          <a:xfrm>
            <a:off x="1804138" y="531385"/>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rPr>
              <a:t>ABSTRACT</a:t>
            </a:r>
            <a:endParaRPr lang="en-US" dirty="0"/>
          </a:p>
        </p:txBody>
      </p:sp>
      <p:sp>
        <p:nvSpPr>
          <p:cNvPr id="5" name="Google Shape;315;p34">
            <a:extLst>
              <a:ext uri="{FF2B5EF4-FFF2-40B4-BE49-F238E27FC236}">
                <a16:creationId xmlns:a16="http://schemas.microsoft.com/office/drawing/2014/main" xmlns="" id="{F6ECE868-8956-FACC-6243-D536E76DF10E}"/>
              </a:ext>
            </a:extLst>
          </p:cNvPr>
          <p:cNvSpPr txBox="1"/>
          <p:nvPr/>
        </p:nvSpPr>
        <p:spPr>
          <a:xfrm>
            <a:off x="737585" y="1211766"/>
            <a:ext cx="7668830" cy="29861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Ø"/>
            </a:pPr>
            <a:r>
              <a:rPr lang="en-US" sz="1800" dirty="0">
                <a:solidFill>
                  <a:schemeClr val="dk1"/>
                </a:solidFill>
                <a:latin typeface="Times New Roman"/>
                <a:ea typeface="Poppins"/>
                <a:cs typeface="Times New Roman"/>
              </a:rPr>
              <a:t>This project presents a Smart Biomedical Waste Segregation and Monitoring System using Arduino and sensor-based automation. The system classifies waste into wet, dry, and metal categories using moisture sensors and metal detection. Automated segregation reduces human effort, minimizes contamination risks, and improves waste management efficiency in hospitals and public environments. </a:t>
            </a:r>
          </a:p>
          <a:p>
            <a:pPr marL="285750" indent="-285750">
              <a:buFont typeface="Wingdings" panose="05000000000000000000" pitchFamily="2" charset="2"/>
              <a:buChar char="Ø"/>
            </a:pPr>
            <a:r>
              <a:rPr lang="en-US" sz="1800" dirty="0">
                <a:solidFill>
                  <a:schemeClr val="dk1"/>
                </a:solidFill>
                <a:latin typeface="Times New Roman"/>
                <a:ea typeface="Poppins"/>
                <a:cs typeface="Times New Roman"/>
              </a:rPr>
              <a:t>The system also includes secure access using Bluetooth, ensuring controlled usage.</a:t>
            </a:r>
            <a:endParaRPr lang="en" sz="1800" dirty="0">
              <a:solidFill>
                <a:schemeClr val="dk1"/>
              </a:solidFill>
              <a:latin typeface="Times New Roman"/>
              <a:ea typeface="Poppins"/>
              <a:cs typeface="Times New Roman"/>
            </a:endParaRPr>
          </a:p>
        </p:txBody>
      </p:sp>
    </p:spTree>
    <p:extLst>
      <p:ext uri="{BB962C8B-B14F-4D97-AF65-F5344CB8AC3E}">
        <p14:creationId xmlns:p14="http://schemas.microsoft.com/office/powerpoint/2010/main" xmlns="" val="245500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16" name="Google Shape;313;p34">
            <a:extLst>
              <a:ext uri="{FF2B5EF4-FFF2-40B4-BE49-F238E27FC236}">
                <a16:creationId xmlns:a16="http://schemas.microsoft.com/office/drawing/2014/main" xmlns="" id="{DAA94E87-2682-ADF2-CD2D-83357008F4AF}"/>
              </a:ext>
            </a:extLst>
          </p:cNvPr>
          <p:cNvSpPr txBox="1">
            <a:spLocks/>
          </p:cNvSpPr>
          <p:nvPr/>
        </p:nvSpPr>
        <p:spPr>
          <a:xfrm>
            <a:off x="1913396" y="707878"/>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a:solidFill>
                  <a:srgbClr val="0B66BC"/>
                </a:solidFill>
                <a:latin typeface="Times New Roman"/>
                <a:cs typeface="Times New Roman"/>
              </a:rPr>
              <a:t>IDEA/APPROACH DETAILS</a:t>
            </a:r>
          </a:p>
        </p:txBody>
      </p:sp>
      <p:sp>
        <p:nvSpPr>
          <p:cNvPr id="17" name="Google Shape;315;p34">
            <a:extLst>
              <a:ext uri="{FF2B5EF4-FFF2-40B4-BE49-F238E27FC236}">
                <a16:creationId xmlns:a16="http://schemas.microsoft.com/office/drawing/2014/main" xmlns="" id="{114CF3F7-ED3E-A029-C588-844B9797496B}"/>
              </a:ext>
            </a:extLst>
          </p:cNvPr>
          <p:cNvSpPr txBox="1"/>
          <p:nvPr/>
        </p:nvSpPr>
        <p:spPr>
          <a:xfrm>
            <a:off x="965327" y="1353015"/>
            <a:ext cx="7668830" cy="34791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Problem: Manual waste segregation → inefficient + unhygienic</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Solution: Automated smart bin using sensors</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Approach:</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Waste placed on platform</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Sensors detect type (wet/metal/dry)</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Arduino processes data</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Motor rotates bin accordingly</a:t>
            </a:r>
          </a:p>
          <a:p>
            <a:pPr marL="285750" indent="-285750">
              <a:lnSpc>
                <a:spcPct val="150000"/>
              </a:lnSpc>
              <a:buFont typeface="Wingdings" panose="05000000000000000000" pitchFamily="2" charset="2"/>
              <a:buChar char="Ø"/>
            </a:pPr>
            <a:r>
              <a:rPr lang="en-US" sz="1800" dirty="0">
                <a:solidFill>
                  <a:schemeClr val="dk1"/>
                </a:solidFill>
                <a:latin typeface="Times New Roman" panose="02020603050405020304" pitchFamily="18" charset="0"/>
                <a:cs typeface="Times New Roman" panose="02020603050405020304" pitchFamily="18" charset="0"/>
              </a:rPr>
              <a:t>Additional Feature: Bluetooth-based access control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12" name="Google Shape;313;p34">
            <a:extLst>
              <a:ext uri="{FF2B5EF4-FFF2-40B4-BE49-F238E27FC236}">
                <a16:creationId xmlns:a16="http://schemas.microsoft.com/office/drawing/2014/main" xmlns="" id="{AA8F61E2-97DA-CAC9-5010-C44D97DB9ECD}"/>
              </a:ext>
            </a:extLst>
          </p:cNvPr>
          <p:cNvSpPr txBox="1">
            <a:spLocks/>
          </p:cNvSpPr>
          <p:nvPr/>
        </p:nvSpPr>
        <p:spPr>
          <a:xfrm>
            <a:off x="1493175" y="338084"/>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cs typeface="Times New Roman"/>
              </a:rPr>
              <a:t>FLOW CHART</a:t>
            </a:r>
          </a:p>
        </p:txBody>
      </p:sp>
      <p:sp>
        <p:nvSpPr>
          <p:cNvPr id="14" name="TextBox 10">
            <a:extLst>
              <a:ext uri="{FF2B5EF4-FFF2-40B4-BE49-F238E27FC236}">
                <a16:creationId xmlns:a16="http://schemas.microsoft.com/office/drawing/2014/main" xmlns="" id="{70D0FBA1-C1AB-D51E-7524-5587F8AA3131}"/>
              </a:ext>
            </a:extLst>
          </p:cNvPr>
          <p:cNvSpPr txBox="1"/>
          <p:nvPr/>
        </p:nvSpPr>
        <p:spPr>
          <a:xfrm>
            <a:off x="753316" y="796641"/>
            <a:ext cx="4517494"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
            </a:pPr>
            <a:r>
              <a:rPr lang="en-US" dirty="0">
                <a:latin typeface="Times New Roman"/>
                <a:cs typeface="Times New Roman"/>
              </a:rPr>
              <a:t>Start</a:t>
            </a:r>
          </a:p>
          <a:p>
            <a:pPr marL="285750" indent="-285750">
              <a:buFont typeface="Wingdings" panose="05000000000000000000" pitchFamily="2" charset="2"/>
              <a:buChar char="§"/>
            </a:pPr>
            <a:r>
              <a:rPr lang="en-US" dirty="0">
                <a:latin typeface="Times New Roman"/>
                <a:cs typeface="Times New Roman"/>
              </a:rPr>
              <a:t>Bluetooth Authentication</a:t>
            </a:r>
          </a:p>
          <a:p>
            <a:pPr marL="285750" indent="-285750">
              <a:buFont typeface="Wingdings" panose="05000000000000000000" pitchFamily="2" charset="2"/>
              <a:buChar char="§"/>
            </a:pPr>
            <a:r>
              <a:rPr lang="en-US" dirty="0">
                <a:latin typeface="Times New Roman"/>
                <a:cs typeface="Times New Roman"/>
              </a:rPr>
              <a:t>Check if user is authorized.</a:t>
            </a:r>
          </a:p>
          <a:p>
            <a:pPr marL="285750" indent="-285750">
              <a:buFont typeface="Wingdings" panose="05000000000000000000" pitchFamily="2" charset="2"/>
              <a:buChar char="§"/>
            </a:pPr>
            <a:r>
              <a:rPr lang="en-US" dirty="0">
                <a:latin typeface="Times New Roman"/>
                <a:cs typeface="Times New Roman"/>
              </a:rPr>
              <a:t>Waste Input</a:t>
            </a:r>
          </a:p>
          <a:p>
            <a:pPr marL="285750" indent="-285750">
              <a:buFont typeface="Wingdings" panose="05000000000000000000" pitchFamily="2" charset="2"/>
              <a:buChar char="§"/>
            </a:pPr>
            <a:r>
              <a:rPr lang="en-US" dirty="0">
                <a:latin typeface="Times New Roman"/>
                <a:cs typeface="Times New Roman"/>
              </a:rPr>
              <a:t>User places waste into the system.</a:t>
            </a:r>
          </a:p>
          <a:p>
            <a:pPr marL="285750" indent="-285750">
              <a:buFont typeface="Wingdings" panose="05000000000000000000" pitchFamily="2" charset="2"/>
              <a:buChar char="§"/>
            </a:pPr>
            <a:r>
              <a:rPr lang="en-US" dirty="0">
                <a:latin typeface="Times New Roman"/>
                <a:cs typeface="Times New Roman"/>
              </a:rPr>
              <a:t>Moisture Detection</a:t>
            </a:r>
          </a:p>
          <a:p>
            <a:pPr marL="285750" indent="-285750">
              <a:buFont typeface="Wingdings" panose="05000000000000000000" pitchFamily="2" charset="2"/>
              <a:buChar char="§"/>
            </a:pPr>
            <a:r>
              <a:rPr lang="en-US" dirty="0">
                <a:latin typeface="Times New Roman"/>
                <a:cs typeface="Times New Roman"/>
              </a:rPr>
              <a:t>Check if waste is wet.</a:t>
            </a:r>
          </a:p>
          <a:p>
            <a:pPr marL="285750" indent="-285750">
              <a:buFont typeface="Wingdings" panose="05000000000000000000" pitchFamily="2" charset="2"/>
              <a:buChar char="§"/>
            </a:pPr>
            <a:r>
              <a:rPr lang="en-US" dirty="0">
                <a:latin typeface="Times New Roman"/>
                <a:cs typeface="Times New Roman"/>
              </a:rPr>
              <a:t>Metal Detection</a:t>
            </a:r>
          </a:p>
          <a:p>
            <a:pPr marL="285750" indent="-285750">
              <a:buFont typeface="Wingdings" panose="05000000000000000000" pitchFamily="2" charset="2"/>
              <a:buChar char="§"/>
            </a:pPr>
            <a:r>
              <a:rPr lang="en-US" dirty="0">
                <a:latin typeface="Times New Roman"/>
                <a:cs typeface="Times New Roman"/>
              </a:rPr>
              <a:t>Check if waste contains metal.</a:t>
            </a:r>
          </a:p>
          <a:p>
            <a:pPr marL="285750" indent="-285750">
              <a:buFont typeface="Wingdings" panose="05000000000000000000" pitchFamily="2" charset="2"/>
              <a:buChar char="§"/>
            </a:pPr>
            <a:r>
              <a:rPr lang="en-US" dirty="0">
                <a:latin typeface="Times New Roman"/>
                <a:cs typeface="Times New Roman"/>
              </a:rPr>
              <a:t>Arduino Processing</a:t>
            </a:r>
          </a:p>
          <a:p>
            <a:pPr marL="285750" indent="-285750">
              <a:buFont typeface="Wingdings" panose="05000000000000000000" pitchFamily="2" charset="2"/>
              <a:buChar char="§"/>
            </a:pPr>
            <a:r>
              <a:rPr lang="en-US" dirty="0">
                <a:latin typeface="Times New Roman"/>
                <a:cs typeface="Times New Roman"/>
              </a:rPr>
              <a:t>Classifies waste as wet, metal, or dry.</a:t>
            </a:r>
          </a:p>
          <a:p>
            <a:pPr marL="285750" indent="-285750">
              <a:buFont typeface="Wingdings" panose="05000000000000000000" pitchFamily="2" charset="2"/>
              <a:buChar char="§"/>
            </a:pPr>
            <a:r>
              <a:rPr lang="en-US" dirty="0">
                <a:latin typeface="Times New Roman"/>
                <a:cs typeface="Times New Roman"/>
              </a:rPr>
              <a:t>Motor Activation</a:t>
            </a:r>
          </a:p>
          <a:p>
            <a:pPr marL="285750" indent="-285750">
              <a:buFont typeface="Wingdings" panose="05000000000000000000" pitchFamily="2" charset="2"/>
              <a:buChar char="§"/>
            </a:pPr>
            <a:r>
              <a:rPr lang="en-US" dirty="0">
                <a:latin typeface="Times New Roman"/>
                <a:cs typeface="Times New Roman"/>
              </a:rPr>
              <a:t>Motor rotates bin based on result.</a:t>
            </a:r>
          </a:p>
          <a:p>
            <a:pPr marL="285750" indent="-285750">
              <a:buFont typeface="Wingdings" panose="05000000000000000000" pitchFamily="2" charset="2"/>
              <a:buChar char="§"/>
            </a:pPr>
            <a:r>
              <a:rPr lang="en-US" dirty="0">
                <a:latin typeface="Times New Roman"/>
                <a:cs typeface="Times New Roman"/>
              </a:rPr>
              <a:t>Waste Segregation</a:t>
            </a:r>
          </a:p>
          <a:p>
            <a:pPr marL="285750" indent="-285750">
              <a:buFont typeface="Wingdings" panose="05000000000000000000" pitchFamily="2" charset="2"/>
              <a:buChar char="§"/>
            </a:pPr>
            <a:r>
              <a:rPr lang="en-US" dirty="0">
                <a:latin typeface="Times New Roman"/>
                <a:cs typeface="Times New Roman"/>
              </a:rPr>
              <a:t>Wet → Wet Bin</a:t>
            </a:r>
          </a:p>
          <a:p>
            <a:pPr marL="285750" indent="-285750">
              <a:buFont typeface="Wingdings" panose="05000000000000000000" pitchFamily="2" charset="2"/>
              <a:buChar char="§"/>
            </a:pPr>
            <a:r>
              <a:rPr lang="en-US" dirty="0">
                <a:latin typeface="Times New Roman"/>
                <a:cs typeface="Times New Roman"/>
              </a:rPr>
              <a:t>Metal → Metal Bin</a:t>
            </a:r>
          </a:p>
          <a:p>
            <a:pPr marL="285750" indent="-285750">
              <a:buFont typeface="Wingdings" panose="05000000000000000000" pitchFamily="2" charset="2"/>
              <a:buChar char="§"/>
            </a:pPr>
            <a:r>
              <a:rPr lang="en-US" dirty="0">
                <a:latin typeface="Times New Roman"/>
                <a:cs typeface="Times New Roman"/>
              </a:rPr>
              <a:t>Dry → Dry Bin</a:t>
            </a:r>
          </a:p>
          <a:p>
            <a:pPr marL="285750" indent="-285750">
              <a:buFont typeface="Wingdings" panose="05000000000000000000" pitchFamily="2" charset="2"/>
              <a:buChar char="§"/>
            </a:pPr>
            <a:r>
              <a:rPr lang="en-US" dirty="0">
                <a:latin typeface="Times New Roman"/>
                <a:cs typeface="Times New Roman"/>
              </a:rPr>
              <a:t>End</a:t>
            </a:r>
            <a:endParaRPr lang="en-US" sz="1600" dirty="0">
              <a:latin typeface="Times New Roman"/>
              <a:cs typeface="Times New Roman"/>
            </a:endParaRPr>
          </a:p>
        </p:txBody>
      </p:sp>
      <p:pic>
        <p:nvPicPr>
          <p:cNvPr id="4" name="Picture 3">
            <a:extLst>
              <a:ext uri="{FF2B5EF4-FFF2-40B4-BE49-F238E27FC236}">
                <a16:creationId xmlns:a16="http://schemas.microsoft.com/office/drawing/2014/main" xmlns="" id="{9A52A682-8F7F-AF63-DFD7-BB3CD5AC9416}"/>
              </a:ext>
            </a:extLst>
          </p:cNvPr>
          <p:cNvPicPr>
            <a:picLocks noChangeAspect="1"/>
          </p:cNvPicPr>
          <p:nvPr/>
        </p:nvPicPr>
        <p:blipFill>
          <a:blip r:embed="rId3"/>
          <a:stretch>
            <a:fillRect/>
          </a:stretch>
        </p:blipFill>
        <p:spPr>
          <a:xfrm>
            <a:off x="5393213" y="851311"/>
            <a:ext cx="3427661" cy="37652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28" name="Google Shape;313;p34">
            <a:extLst>
              <a:ext uri="{FF2B5EF4-FFF2-40B4-BE49-F238E27FC236}">
                <a16:creationId xmlns:a16="http://schemas.microsoft.com/office/drawing/2014/main" xmlns="" id="{FAC89F0C-E6E0-17A8-F31B-06E61BBDA3EE}"/>
              </a:ext>
            </a:extLst>
          </p:cNvPr>
          <p:cNvSpPr txBox="1">
            <a:spLocks/>
          </p:cNvSpPr>
          <p:nvPr/>
        </p:nvSpPr>
        <p:spPr>
          <a:xfrm>
            <a:off x="1394590" y="51670"/>
            <a:ext cx="6164072" cy="11778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cs typeface="Times New Roman"/>
              </a:rPr>
              <a:t>METHODOLIGIES OR ALGORITHMS FOCUSED</a:t>
            </a:r>
          </a:p>
        </p:txBody>
      </p:sp>
      <p:graphicFrame>
        <p:nvGraphicFramePr>
          <p:cNvPr id="4" name="Diagram 3">
            <a:extLst>
              <a:ext uri="{FF2B5EF4-FFF2-40B4-BE49-F238E27FC236}">
                <a16:creationId xmlns:a16="http://schemas.microsoft.com/office/drawing/2014/main" xmlns="" id="{41C7CE98-78FE-2C4C-179E-85D1CD131239}"/>
              </a:ext>
            </a:extLst>
          </p:cNvPr>
          <p:cNvGraphicFramePr/>
          <p:nvPr>
            <p:extLst>
              <p:ext uri="{D42A27DB-BD31-4B8C-83A1-F6EECF244321}">
                <p14:modId xmlns:p14="http://schemas.microsoft.com/office/powerpoint/2010/main" xmlns="" val="2801441594"/>
              </p:ext>
            </p:extLst>
          </p:nvPr>
        </p:nvGraphicFramePr>
        <p:xfrm>
          <a:off x="106471" y="1352102"/>
          <a:ext cx="4972834" cy="3739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1" name="Google Shape;347;p37" descr="A black background with blue dots&#10;&#10;AI-generated content may be incorrect.">
            <a:extLst>
              <a:ext uri="{FF2B5EF4-FFF2-40B4-BE49-F238E27FC236}">
                <a16:creationId xmlns:a16="http://schemas.microsoft.com/office/drawing/2014/main" xmlns="" id="{4A836BE2-B004-FB95-C07C-BAFA2A664272}"/>
              </a:ext>
            </a:extLst>
          </p:cNvPr>
          <p:cNvPicPr preferRelativeResize="0"/>
          <p:nvPr/>
        </p:nvPicPr>
        <p:blipFill rotWithShape="1">
          <a:blip r:embed="rId7">
            <a:alphaModFix/>
          </a:blip>
          <a:srcRect l="48308" t="-9615" r="12694" b="13462"/>
          <a:stretch/>
        </p:blipFill>
        <p:spPr>
          <a:xfrm rot="10800000">
            <a:off x="1571" y="3884644"/>
            <a:ext cx="669490" cy="1260888"/>
          </a:xfrm>
          <a:prstGeom prst="rect">
            <a:avLst/>
          </a:prstGeom>
          <a:noFill/>
          <a:ln>
            <a:noFill/>
          </a:ln>
        </p:spPr>
      </p:pic>
      <p:pic>
        <p:nvPicPr>
          <p:cNvPr id="6" name="Picture 5">
            <a:extLst>
              <a:ext uri="{FF2B5EF4-FFF2-40B4-BE49-F238E27FC236}">
                <a16:creationId xmlns:a16="http://schemas.microsoft.com/office/drawing/2014/main" xmlns="" id="{F3E4B2EC-8827-BB4B-7D4C-8667E0B520A1}"/>
              </a:ext>
            </a:extLst>
          </p:cNvPr>
          <p:cNvPicPr>
            <a:picLocks noChangeAspect="1"/>
          </p:cNvPicPr>
          <p:nvPr/>
        </p:nvPicPr>
        <p:blipFill>
          <a:blip r:embed="rId8"/>
          <a:srcRect t="5781" b="16314"/>
          <a:stretch>
            <a:fillRect/>
          </a:stretch>
        </p:blipFill>
        <p:spPr>
          <a:xfrm>
            <a:off x="5257724" y="1084825"/>
            <a:ext cx="3429000" cy="4007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xmlns="" id="{447770D0-B5E0-9779-C5E6-F3B1F52E05C0}"/>
            </a:ext>
          </a:extLst>
        </p:cNvPr>
        <p:cNvGrpSpPr/>
        <p:nvPr/>
      </p:nvGrpSpPr>
      <p:grpSpPr>
        <a:xfrm>
          <a:off x="0" y="0"/>
          <a:ext cx="0" cy="0"/>
          <a:chOff x="0" y="0"/>
          <a:chExt cx="0" cy="0"/>
        </a:xfrm>
      </p:grpSpPr>
      <p:sp>
        <p:nvSpPr>
          <p:cNvPr id="4" name="Google Shape;313;p34">
            <a:extLst>
              <a:ext uri="{FF2B5EF4-FFF2-40B4-BE49-F238E27FC236}">
                <a16:creationId xmlns:a16="http://schemas.microsoft.com/office/drawing/2014/main" xmlns="" id="{4BAEC783-69AB-009E-7FF0-3AA494FA71AC}"/>
              </a:ext>
            </a:extLst>
          </p:cNvPr>
          <p:cNvSpPr txBox="1">
            <a:spLocks/>
          </p:cNvSpPr>
          <p:nvPr/>
        </p:nvSpPr>
        <p:spPr>
          <a:xfrm>
            <a:off x="1583054" y="266981"/>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cs typeface="Times New Roman"/>
              </a:rPr>
              <a:t>PROPOSED SYSTEM BLOCK DIAGRAM</a:t>
            </a:r>
          </a:p>
        </p:txBody>
      </p:sp>
      <p:sp>
        <p:nvSpPr>
          <p:cNvPr id="5" name="Google Shape;315;p34">
            <a:extLst>
              <a:ext uri="{FF2B5EF4-FFF2-40B4-BE49-F238E27FC236}">
                <a16:creationId xmlns:a16="http://schemas.microsoft.com/office/drawing/2014/main" xmlns="" id="{CE658539-522B-E311-4D86-06C300F0D583}"/>
              </a:ext>
            </a:extLst>
          </p:cNvPr>
          <p:cNvSpPr txBox="1"/>
          <p:nvPr/>
        </p:nvSpPr>
        <p:spPr>
          <a:xfrm>
            <a:off x="737585" y="953716"/>
            <a:ext cx="7668830" cy="37592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50000"/>
              </a:lnSpc>
              <a:buFont typeface="Wingdings" panose="05000000000000000000" pitchFamily="2" charset="2"/>
              <a:buChar char="Ø"/>
            </a:pPr>
            <a:endParaRPr lang="en" sz="1800" dirty="0">
              <a:solidFill>
                <a:schemeClr val="dk1"/>
              </a:solidFill>
              <a:latin typeface="Times New Roman"/>
              <a:ea typeface="Poppins"/>
              <a:cs typeface="Poppins"/>
            </a:endParaRPr>
          </a:p>
        </p:txBody>
      </p:sp>
      <p:sp>
        <p:nvSpPr>
          <p:cNvPr id="51" name="Rectangle 50">
            <a:extLst>
              <a:ext uri="{FF2B5EF4-FFF2-40B4-BE49-F238E27FC236}">
                <a16:creationId xmlns:a16="http://schemas.microsoft.com/office/drawing/2014/main" xmlns="" id="{4EAD6934-1793-DA6B-2FE1-3FFA8E32B110}"/>
              </a:ext>
            </a:extLst>
          </p:cNvPr>
          <p:cNvSpPr/>
          <p:nvPr/>
        </p:nvSpPr>
        <p:spPr>
          <a:xfrm>
            <a:off x="366132" y="953716"/>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Proximity Switch </a:t>
            </a:r>
          </a:p>
        </p:txBody>
      </p:sp>
      <p:cxnSp>
        <p:nvCxnSpPr>
          <p:cNvPr id="52" name="Straight Arrow Connector 51">
            <a:extLst>
              <a:ext uri="{FF2B5EF4-FFF2-40B4-BE49-F238E27FC236}">
                <a16:creationId xmlns:a16="http://schemas.microsoft.com/office/drawing/2014/main" xmlns="" id="{97DCB13C-BEE6-6E4E-D6FA-6F72E1AD47A7}"/>
              </a:ext>
            </a:extLst>
          </p:cNvPr>
          <p:cNvCxnSpPr>
            <a:cxnSpLocks/>
          </p:cNvCxnSpPr>
          <p:nvPr/>
        </p:nvCxnSpPr>
        <p:spPr>
          <a:xfrm>
            <a:off x="2408663" y="1261467"/>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xmlns="" id="{2CA27FD6-663A-0E0F-5445-9B2D331E8DFB}"/>
              </a:ext>
            </a:extLst>
          </p:cNvPr>
          <p:cNvCxnSpPr>
            <a:cxnSpLocks/>
          </p:cNvCxnSpPr>
          <p:nvPr/>
        </p:nvCxnSpPr>
        <p:spPr>
          <a:xfrm>
            <a:off x="2408663" y="1985513"/>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xmlns="" id="{32D238DA-EA27-F17B-1D92-D75DCE14DC13}"/>
              </a:ext>
            </a:extLst>
          </p:cNvPr>
          <p:cNvCxnSpPr>
            <a:cxnSpLocks/>
          </p:cNvCxnSpPr>
          <p:nvPr/>
        </p:nvCxnSpPr>
        <p:spPr>
          <a:xfrm>
            <a:off x="2408663" y="2936335"/>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xmlns="" id="{246E46A8-AEBD-82C5-C34D-51074590A7A6}"/>
              </a:ext>
            </a:extLst>
          </p:cNvPr>
          <p:cNvCxnSpPr>
            <a:cxnSpLocks/>
          </p:cNvCxnSpPr>
          <p:nvPr/>
        </p:nvCxnSpPr>
        <p:spPr>
          <a:xfrm>
            <a:off x="5784150" y="1261467"/>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xmlns="" id="{4F165EF5-C1AB-1F92-7316-6F1B3A6A1171}"/>
              </a:ext>
            </a:extLst>
          </p:cNvPr>
          <p:cNvCxnSpPr>
            <a:cxnSpLocks/>
          </p:cNvCxnSpPr>
          <p:nvPr/>
        </p:nvCxnSpPr>
        <p:spPr>
          <a:xfrm>
            <a:off x="5784149" y="2212902"/>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xmlns="" id="{A77167EF-8420-4C9B-F86A-BBB9B65EC18B}"/>
              </a:ext>
            </a:extLst>
          </p:cNvPr>
          <p:cNvCxnSpPr>
            <a:cxnSpLocks/>
          </p:cNvCxnSpPr>
          <p:nvPr/>
        </p:nvCxnSpPr>
        <p:spPr>
          <a:xfrm>
            <a:off x="5784149" y="3084211"/>
            <a:ext cx="646387" cy="0"/>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xmlns="" id="{B13814AD-73AE-962F-3E15-6AEC33D976BA}"/>
              </a:ext>
            </a:extLst>
          </p:cNvPr>
          <p:cNvSpPr/>
          <p:nvPr/>
        </p:nvSpPr>
        <p:spPr>
          <a:xfrm>
            <a:off x="366131" y="1699163"/>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IR Sensor </a:t>
            </a:r>
          </a:p>
        </p:txBody>
      </p:sp>
      <p:sp>
        <p:nvSpPr>
          <p:cNvPr id="65" name="Rectangle 64">
            <a:extLst>
              <a:ext uri="{FF2B5EF4-FFF2-40B4-BE49-F238E27FC236}">
                <a16:creationId xmlns:a16="http://schemas.microsoft.com/office/drawing/2014/main" xmlns="" id="{7AEB2C99-28EF-8830-9C8D-274B84FDAA04}"/>
              </a:ext>
            </a:extLst>
          </p:cNvPr>
          <p:cNvSpPr/>
          <p:nvPr/>
        </p:nvSpPr>
        <p:spPr>
          <a:xfrm>
            <a:off x="366131" y="2649985"/>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Rain Drop Sensor </a:t>
            </a:r>
          </a:p>
        </p:txBody>
      </p:sp>
      <p:sp>
        <p:nvSpPr>
          <p:cNvPr id="66" name="Rectangle 65">
            <a:extLst>
              <a:ext uri="{FF2B5EF4-FFF2-40B4-BE49-F238E27FC236}">
                <a16:creationId xmlns:a16="http://schemas.microsoft.com/office/drawing/2014/main" xmlns="" id="{6E09210B-AFFC-1699-CE4C-EC567707B228}"/>
              </a:ext>
            </a:extLst>
          </p:cNvPr>
          <p:cNvSpPr/>
          <p:nvPr/>
        </p:nvSpPr>
        <p:spPr>
          <a:xfrm>
            <a:off x="366131" y="3566052"/>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Buzzer </a:t>
            </a:r>
          </a:p>
        </p:txBody>
      </p:sp>
      <p:sp>
        <p:nvSpPr>
          <p:cNvPr id="67" name="Rectangle 66">
            <a:extLst>
              <a:ext uri="{FF2B5EF4-FFF2-40B4-BE49-F238E27FC236}">
                <a16:creationId xmlns:a16="http://schemas.microsoft.com/office/drawing/2014/main" xmlns="" id="{C7A007ED-E227-81A0-ECDD-4922B900794C}"/>
              </a:ext>
            </a:extLst>
          </p:cNvPr>
          <p:cNvSpPr/>
          <p:nvPr/>
        </p:nvSpPr>
        <p:spPr>
          <a:xfrm>
            <a:off x="6430537" y="3701245"/>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Stepper motor </a:t>
            </a:r>
          </a:p>
        </p:txBody>
      </p:sp>
      <p:sp>
        <p:nvSpPr>
          <p:cNvPr id="68" name="Rectangle 67">
            <a:extLst>
              <a:ext uri="{FF2B5EF4-FFF2-40B4-BE49-F238E27FC236}">
                <a16:creationId xmlns:a16="http://schemas.microsoft.com/office/drawing/2014/main" xmlns="" id="{BAB97724-4921-3115-505E-3F460A383232}"/>
              </a:ext>
            </a:extLst>
          </p:cNvPr>
          <p:cNvSpPr/>
          <p:nvPr/>
        </p:nvSpPr>
        <p:spPr>
          <a:xfrm>
            <a:off x="6430537" y="2822502"/>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Stepper Motor Driver </a:t>
            </a:r>
          </a:p>
        </p:txBody>
      </p:sp>
      <p:sp>
        <p:nvSpPr>
          <p:cNvPr id="69" name="Rectangle 68">
            <a:extLst>
              <a:ext uri="{FF2B5EF4-FFF2-40B4-BE49-F238E27FC236}">
                <a16:creationId xmlns:a16="http://schemas.microsoft.com/office/drawing/2014/main" xmlns="" id="{BCE233F2-7503-74F9-EB92-218BE4E59063}"/>
              </a:ext>
            </a:extLst>
          </p:cNvPr>
          <p:cNvSpPr/>
          <p:nvPr/>
        </p:nvSpPr>
        <p:spPr>
          <a:xfrm>
            <a:off x="6430537" y="1926552"/>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Servo motor </a:t>
            </a:r>
          </a:p>
        </p:txBody>
      </p:sp>
      <p:sp>
        <p:nvSpPr>
          <p:cNvPr id="70" name="Rectangle 69">
            <a:extLst>
              <a:ext uri="{FF2B5EF4-FFF2-40B4-BE49-F238E27FC236}">
                <a16:creationId xmlns:a16="http://schemas.microsoft.com/office/drawing/2014/main" xmlns="" id="{79C668FC-A568-1008-55EA-5747829D8B31}"/>
              </a:ext>
            </a:extLst>
          </p:cNvPr>
          <p:cNvSpPr/>
          <p:nvPr/>
        </p:nvSpPr>
        <p:spPr>
          <a:xfrm>
            <a:off x="6430537" y="953716"/>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Power Guard </a:t>
            </a:r>
          </a:p>
        </p:txBody>
      </p:sp>
      <p:sp>
        <p:nvSpPr>
          <p:cNvPr id="71" name="Rectangle 70">
            <a:extLst>
              <a:ext uri="{FF2B5EF4-FFF2-40B4-BE49-F238E27FC236}">
                <a16:creationId xmlns:a16="http://schemas.microsoft.com/office/drawing/2014/main" xmlns="" id="{535EFE48-ED34-1AA6-813E-53023923927E}"/>
              </a:ext>
            </a:extLst>
          </p:cNvPr>
          <p:cNvSpPr/>
          <p:nvPr/>
        </p:nvSpPr>
        <p:spPr>
          <a:xfrm>
            <a:off x="3392213" y="4520439"/>
            <a:ext cx="2042531" cy="572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Waste Collecting Bin</a:t>
            </a:r>
          </a:p>
        </p:txBody>
      </p:sp>
      <p:sp>
        <p:nvSpPr>
          <p:cNvPr id="72" name="Rectangle 71">
            <a:extLst>
              <a:ext uri="{FF2B5EF4-FFF2-40B4-BE49-F238E27FC236}">
                <a16:creationId xmlns:a16="http://schemas.microsoft.com/office/drawing/2014/main" xmlns="" id="{A4333713-9465-179E-F040-E59219809AE3}"/>
              </a:ext>
            </a:extLst>
          </p:cNvPr>
          <p:cNvSpPr/>
          <p:nvPr/>
        </p:nvSpPr>
        <p:spPr>
          <a:xfrm>
            <a:off x="3218985" y="1092819"/>
            <a:ext cx="2423531" cy="3096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latin typeface="Times New Roman" panose="02020603050405020304" pitchFamily="18" charset="0"/>
                <a:cs typeface="Times New Roman" panose="02020603050405020304" pitchFamily="18" charset="0"/>
              </a:rPr>
              <a:t>ARDUINO UNO</a:t>
            </a:r>
          </a:p>
        </p:txBody>
      </p:sp>
      <p:sp>
        <p:nvSpPr>
          <p:cNvPr id="73" name="Arrow: Bent 72">
            <a:extLst>
              <a:ext uri="{FF2B5EF4-FFF2-40B4-BE49-F238E27FC236}">
                <a16:creationId xmlns:a16="http://schemas.microsoft.com/office/drawing/2014/main" xmlns="" id="{C23C23ED-E7D3-F2EF-4ECC-35D7457C424B}"/>
              </a:ext>
            </a:extLst>
          </p:cNvPr>
          <p:cNvSpPr/>
          <p:nvPr/>
        </p:nvSpPr>
        <p:spPr>
          <a:xfrm rot="10800000">
            <a:off x="5576538" y="4321994"/>
            <a:ext cx="1656886" cy="77915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solidFill>
                <a:schemeClr val="tx1"/>
              </a:solidFill>
            </a:endParaRPr>
          </a:p>
        </p:txBody>
      </p:sp>
      <p:cxnSp>
        <p:nvCxnSpPr>
          <p:cNvPr id="74" name="Straight Arrow Connector 73">
            <a:extLst>
              <a:ext uri="{FF2B5EF4-FFF2-40B4-BE49-F238E27FC236}">
                <a16:creationId xmlns:a16="http://schemas.microsoft.com/office/drawing/2014/main" xmlns="" id="{E351E96A-BD2A-081C-420E-23C2EBD5A30C}"/>
              </a:ext>
            </a:extLst>
          </p:cNvPr>
          <p:cNvCxnSpPr>
            <a:cxnSpLocks/>
          </p:cNvCxnSpPr>
          <p:nvPr/>
        </p:nvCxnSpPr>
        <p:spPr>
          <a:xfrm flipH="1">
            <a:off x="2408662" y="3808232"/>
            <a:ext cx="609600" cy="16402"/>
          </a:xfrm>
          <a:prstGeom prst="straightConnector1">
            <a:avLst/>
          </a:prstGeom>
          <a:ln w="76200">
            <a:solidFill>
              <a:schemeClr val="tx2"/>
            </a:solidFill>
            <a:tailEnd type="triangle"/>
          </a:ln>
          <a:effectLst>
            <a:innerShdw blurRad="63500" dist="50800" dir="162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xmlns="" id="{FD6AF135-A300-EBFD-7DC1-454041C3896B}"/>
              </a:ext>
            </a:extLst>
          </p:cNvPr>
          <p:cNvCxnSpPr>
            <a:cxnSpLocks/>
            <a:endCxn id="67" idx="0"/>
          </p:cNvCxnSpPr>
          <p:nvPr/>
        </p:nvCxnSpPr>
        <p:spPr>
          <a:xfrm>
            <a:off x="7451802" y="3395202"/>
            <a:ext cx="1" cy="306043"/>
          </a:xfrm>
          <a:prstGeom prst="straightConnector1">
            <a:avLst/>
          </a:prstGeom>
          <a:ln w="76200">
            <a:solidFill>
              <a:schemeClr val="tx2"/>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03161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 name="Google Shape;313;p34">
            <a:extLst>
              <a:ext uri="{FF2B5EF4-FFF2-40B4-BE49-F238E27FC236}">
                <a16:creationId xmlns:a16="http://schemas.microsoft.com/office/drawing/2014/main" xmlns="" id="{E4BC47C9-FE18-657A-4DE2-88C34C363F1D}"/>
              </a:ext>
            </a:extLst>
          </p:cNvPr>
          <p:cNvSpPr txBox="1">
            <a:spLocks/>
          </p:cNvSpPr>
          <p:nvPr/>
        </p:nvSpPr>
        <p:spPr>
          <a:xfrm>
            <a:off x="1820946" y="430532"/>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cs typeface="Times New Roman"/>
              </a:rPr>
              <a:t>ANALYSIS OF THE PROJECT</a:t>
            </a:r>
          </a:p>
        </p:txBody>
      </p:sp>
      <p:sp>
        <p:nvSpPr>
          <p:cNvPr id="5" name="Google Shape;315;p34">
            <a:extLst>
              <a:ext uri="{FF2B5EF4-FFF2-40B4-BE49-F238E27FC236}">
                <a16:creationId xmlns:a16="http://schemas.microsoft.com/office/drawing/2014/main" xmlns="" id="{FBF8BCAB-6431-0D60-CFD0-C13F1A7F2DFD}"/>
              </a:ext>
            </a:extLst>
          </p:cNvPr>
          <p:cNvSpPr txBox="1"/>
          <p:nvPr/>
        </p:nvSpPr>
        <p:spPr>
          <a:xfrm>
            <a:off x="737585" y="953716"/>
            <a:ext cx="7668830" cy="37592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50000"/>
              </a:lnSpc>
              <a:buFont typeface="Wingdings" panose="05000000000000000000" pitchFamily="2" charset="2"/>
              <a:buChar char="Ø"/>
            </a:pPr>
            <a:r>
              <a:rPr lang="en" sz="1800" dirty="0">
                <a:solidFill>
                  <a:schemeClr val="dk1"/>
                </a:solidFill>
                <a:latin typeface="Times New Roman"/>
                <a:ea typeface="Poppins"/>
                <a:cs typeface="Times New Roman"/>
              </a:rPr>
              <a:t> </a:t>
            </a:r>
            <a:r>
              <a:rPr lang="en-US" sz="1800" dirty="0">
                <a:solidFill>
                  <a:schemeClr val="dk1"/>
                </a:solidFill>
                <a:latin typeface="Times New Roman"/>
                <a:ea typeface="Poppins"/>
                <a:cs typeface="Times New Roman"/>
              </a:rPr>
              <a:t>Manual systems → error-prone, unhygienic</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Existing smart bins → costly / limited features</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Your system:</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Low cost</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Automated sorting</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Secure access</a:t>
            </a:r>
          </a:p>
          <a:p>
            <a:pPr>
              <a:lnSpc>
                <a:spcPct val="150000"/>
              </a:lnSpc>
            </a:pPr>
            <a:r>
              <a:rPr lang="en-US" sz="1800" dirty="0">
                <a:solidFill>
                  <a:schemeClr val="dk1"/>
                </a:solidFill>
                <a:latin typeface="Times New Roman"/>
                <a:ea typeface="Poppins"/>
                <a:cs typeface="Times New Roman"/>
              </a:rPr>
              <a:t>Limitation:</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Limited detection categories</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Sensor accuracy depends on conditions</a:t>
            </a:r>
            <a:endParaRPr lang="en" sz="1800" dirty="0">
              <a:solidFill>
                <a:schemeClr val="dk1"/>
              </a:solidFill>
              <a:latin typeface="Times New Roman"/>
              <a:ea typeface="Poppins"/>
              <a:cs typeface="Poppins"/>
            </a:endParaRPr>
          </a:p>
        </p:txBody>
      </p:sp>
      <p:pic>
        <p:nvPicPr>
          <p:cNvPr id="2" name="Picture 1" descr="WhatsApp Image 2025-05-23 at 1.23.53 PM.jpeg">
            <a:extLst>
              <a:ext uri="{FF2B5EF4-FFF2-40B4-BE49-F238E27FC236}">
                <a16:creationId xmlns:a16="http://schemas.microsoft.com/office/drawing/2014/main" xmlns="" id="{9AFC8D37-65CE-A4D3-562A-44D9CAEF9694}"/>
              </a:ext>
            </a:extLst>
          </p:cNvPr>
          <p:cNvPicPr>
            <a:picLocks noChangeAspect="1"/>
          </p:cNvPicPr>
          <p:nvPr/>
        </p:nvPicPr>
        <p:blipFill>
          <a:blip r:embed="rId3" cstate="print"/>
          <a:stretch>
            <a:fillRect/>
          </a:stretch>
        </p:blipFill>
        <p:spPr>
          <a:xfrm>
            <a:off x="4066478" y="1910574"/>
            <a:ext cx="2267415" cy="2084339"/>
          </a:xfrm>
          <a:prstGeom prst="rect">
            <a:avLst/>
          </a:prstGeom>
        </p:spPr>
      </p:pic>
      <p:pic>
        <p:nvPicPr>
          <p:cNvPr id="3" name="Picture 2" descr="WhatsApp Image 2025-05-23 at 1.24.06 PM.jpeg">
            <a:extLst>
              <a:ext uri="{FF2B5EF4-FFF2-40B4-BE49-F238E27FC236}">
                <a16:creationId xmlns:a16="http://schemas.microsoft.com/office/drawing/2014/main" xmlns="" id="{89FB5B9E-FBE8-E091-284F-55D7AB0E5906}"/>
              </a:ext>
            </a:extLst>
          </p:cNvPr>
          <p:cNvPicPr>
            <a:picLocks noChangeAspect="1"/>
          </p:cNvPicPr>
          <p:nvPr/>
        </p:nvPicPr>
        <p:blipFill>
          <a:blip r:embed="rId4" cstate="print"/>
          <a:stretch>
            <a:fillRect/>
          </a:stretch>
        </p:blipFill>
        <p:spPr>
          <a:xfrm>
            <a:off x="6333892" y="1910574"/>
            <a:ext cx="2356625" cy="2084339"/>
          </a:xfrm>
          <a:prstGeom prst="rect">
            <a:avLst/>
          </a:prstGeom>
        </p:spPr>
      </p:pic>
      <p:sp>
        <p:nvSpPr>
          <p:cNvPr id="7" name="Rectangle 6">
            <a:extLst>
              <a:ext uri="{FF2B5EF4-FFF2-40B4-BE49-F238E27FC236}">
                <a16:creationId xmlns:a16="http://schemas.microsoft.com/office/drawing/2014/main" xmlns="" id="{1A43657D-5567-779F-C892-FA309EAF9DB1}"/>
              </a:ext>
            </a:extLst>
          </p:cNvPr>
          <p:cNvSpPr/>
          <p:nvPr/>
        </p:nvSpPr>
        <p:spPr>
          <a:xfrm>
            <a:off x="4111083" y="4125951"/>
            <a:ext cx="2222809" cy="2899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Bin Closed</a:t>
            </a:r>
          </a:p>
        </p:txBody>
      </p:sp>
      <p:sp>
        <p:nvSpPr>
          <p:cNvPr id="8" name="Rectangle 7">
            <a:extLst>
              <a:ext uri="{FF2B5EF4-FFF2-40B4-BE49-F238E27FC236}">
                <a16:creationId xmlns:a16="http://schemas.microsoft.com/office/drawing/2014/main" xmlns="" id="{9D2A10BA-457B-2CEC-3F37-41E346E2D9AF}"/>
              </a:ext>
            </a:extLst>
          </p:cNvPr>
          <p:cNvSpPr/>
          <p:nvPr/>
        </p:nvSpPr>
        <p:spPr>
          <a:xfrm>
            <a:off x="6400799" y="4125951"/>
            <a:ext cx="2222809" cy="2899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Bin Opened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6" name="Google Shape;313;p34">
            <a:extLst>
              <a:ext uri="{FF2B5EF4-FFF2-40B4-BE49-F238E27FC236}">
                <a16:creationId xmlns:a16="http://schemas.microsoft.com/office/drawing/2014/main" xmlns="" id="{602C5CD9-1C17-52A2-1BBB-229D73A3B91E}"/>
              </a:ext>
            </a:extLst>
          </p:cNvPr>
          <p:cNvSpPr txBox="1">
            <a:spLocks/>
          </p:cNvSpPr>
          <p:nvPr/>
        </p:nvSpPr>
        <p:spPr>
          <a:xfrm>
            <a:off x="1787330" y="338084"/>
            <a:ext cx="6164072" cy="78281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endParaRPr lang="en" dirty="0">
              <a:solidFill>
                <a:srgbClr val="0B66BC"/>
              </a:solidFill>
              <a:latin typeface="Times New Roman"/>
              <a:cs typeface="Times New Roman"/>
            </a:endParaRPr>
          </a:p>
          <a:p>
            <a:pPr algn="ctr"/>
            <a:r>
              <a:rPr lang="en" dirty="0">
                <a:solidFill>
                  <a:srgbClr val="0B66BC"/>
                </a:solidFill>
                <a:latin typeface="Times New Roman"/>
                <a:cs typeface="Times New Roman"/>
              </a:rPr>
              <a:t>EXPECTED OUTCOME</a:t>
            </a:r>
            <a:endParaRPr lang="en" dirty="0"/>
          </a:p>
          <a:p>
            <a:pPr algn="ctr"/>
            <a:endParaRPr lang="en" dirty="0">
              <a:solidFill>
                <a:srgbClr val="202A41"/>
              </a:solidFill>
              <a:latin typeface="Times New Roman"/>
              <a:cs typeface="Times New Roman"/>
            </a:endParaRPr>
          </a:p>
        </p:txBody>
      </p:sp>
      <p:sp>
        <p:nvSpPr>
          <p:cNvPr id="7" name="Google Shape;315;p34">
            <a:extLst>
              <a:ext uri="{FF2B5EF4-FFF2-40B4-BE49-F238E27FC236}">
                <a16:creationId xmlns:a16="http://schemas.microsoft.com/office/drawing/2014/main" xmlns="" id="{E87608C0-CBB5-02A5-A732-80E5E46F3AA4}"/>
              </a:ext>
            </a:extLst>
          </p:cNvPr>
          <p:cNvSpPr txBox="1"/>
          <p:nvPr/>
        </p:nvSpPr>
        <p:spPr>
          <a:xfrm>
            <a:off x="671397" y="1372577"/>
            <a:ext cx="7801205" cy="32323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latin typeface="Times New Roman" panose="02020603050405020304" pitchFamily="18" charset="0"/>
                <a:cs typeface="Times New Roman" panose="02020603050405020304" pitchFamily="18" charset="0"/>
              </a:rPr>
              <a:t>What Our Smart Bin Can Do!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Mission Accomplished!</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Our automated waste segregation system is up and running — smart, secure, and efficient!</a:t>
            </a:r>
          </a:p>
          <a:p>
            <a:endParaRPr lang="en-US"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Live Testing Results</a:t>
            </a:r>
            <a:r>
              <a:rPr lang="en-IN" b="1" dirty="0" smtClean="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Wet waste like food scraps? ✔️ Sorted into the wet bin</a:t>
            </a:r>
          </a:p>
          <a:p>
            <a:pPr lvl="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Dry waste like paper or plastic? ✔️ Sent to the dry bin</a:t>
            </a:r>
          </a:p>
          <a:p>
            <a:pPr lvl="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Metal items like cans? ✔️ Dropped into the metal bin</a:t>
            </a:r>
          </a:p>
          <a:p>
            <a:pPr lvl="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Only authorized users could open the bin with Bluetooth — ✔️ Secure access works perfectly!</a:t>
            </a:r>
          </a:p>
          <a:p>
            <a:pPr lvl="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Video Link: </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hlinkClick r:id="rId3"/>
              </a:rPr>
              <a:t>https://drive.google.com/file/d/1ikDiZNxx6a_OMCtdcxZDc6hHYQTwCNbu/view?usp=sharing </a:t>
            </a:r>
            <a:endParaRPr lang="en-IN" dirty="0" smtClean="0">
              <a:latin typeface="Times New Roman" panose="02020603050405020304" pitchFamily="18" charset="0"/>
              <a:cs typeface="Times New Roman" panose="02020603050405020304" pitchFamily="18" charset="0"/>
            </a:endParaRPr>
          </a:p>
          <a:p>
            <a:pPr>
              <a:lnSpc>
                <a:spcPct val="150000"/>
              </a:lnSpc>
            </a:pPr>
            <a:endParaRPr lang="en" sz="1800" dirty="0">
              <a:solidFill>
                <a:schemeClr val="dk1"/>
              </a:solidFill>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 name="Google Shape;313;p34">
            <a:extLst>
              <a:ext uri="{FF2B5EF4-FFF2-40B4-BE49-F238E27FC236}">
                <a16:creationId xmlns:a16="http://schemas.microsoft.com/office/drawing/2014/main" xmlns="" id="{125F8B92-E39E-7861-8497-B7674415EE70}"/>
              </a:ext>
            </a:extLst>
          </p:cNvPr>
          <p:cNvSpPr txBox="1">
            <a:spLocks/>
          </p:cNvSpPr>
          <p:nvPr/>
        </p:nvSpPr>
        <p:spPr>
          <a:xfrm>
            <a:off x="1493174" y="598620"/>
            <a:ext cx="6164072"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endParaRPr lang="en" dirty="0">
              <a:solidFill>
                <a:srgbClr val="0B66BC"/>
              </a:solidFill>
              <a:latin typeface="Times New Roman"/>
              <a:cs typeface="Times New Roman"/>
            </a:endParaRPr>
          </a:p>
          <a:p>
            <a:pPr algn="ctr"/>
            <a:r>
              <a:rPr lang="en" dirty="0">
                <a:solidFill>
                  <a:srgbClr val="0B66BC"/>
                </a:solidFill>
                <a:latin typeface="Times New Roman"/>
                <a:cs typeface="Times New Roman"/>
              </a:rPr>
              <a:t>SOCIAL RELEVANCE</a:t>
            </a:r>
          </a:p>
          <a:p>
            <a:pPr algn="ctr"/>
            <a:endParaRPr lang="en" dirty="0">
              <a:solidFill>
                <a:srgbClr val="0B66BC"/>
              </a:solidFill>
              <a:latin typeface="Times New Roman"/>
              <a:cs typeface="Times New Roman"/>
            </a:endParaRPr>
          </a:p>
        </p:txBody>
      </p:sp>
      <p:sp>
        <p:nvSpPr>
          <p:cNvPr id="5" name="Google Shape;315;p34">
            <a:extLst>
              <a:ext uri="{FF2B5EF4-FFF2-40B4-BE49-F238E27FC236}">
                <a16:creationId xmlns:a16="http://schemas.microsoft.com/office/drawing/2014/main" xmlns="" id="{978C326B-A242-0FB1-C6F8-A48B1DA639B8}"/>
              </a:ext>
            </a:extLst>
          </p:cNvPr>
          <p:cNvSpPr txBox="1"/>
          <p:nvPr/>
        </p:nvSpPr>
        <p:spPr>
          <a:xfrm>
            <a:off x="694786" y="1448217"/>
            <a:ext cx="7467125" cy="28793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50000"/>
              </a:lnSpc>
              <a:buFont typeface="Wingdings" panose="05000000000000000000" pitchFamily="2" charset="2"/>
              <a:buChar char="Ø"/>
            </a:pPr>
            <a:r>
              <a:rPr lang="en" dirty="0">
                <a:solidFill>
                  <a:schemeClr val="dk1"/>
                </a:solidFill>
                <a:latin typeface="Times New Roman"/>
                <a:ea typeface="Poppins"/>
                <a:cs typeface="Times New Roman"/>
              </a:rPr>
              <a:t> </a:t>
            </a:r>
            <a:r>
              <a:rPr lang="en-US" sz="1800" dirty="0">
                <a:solidFill>
                  <a:schemeClr val="dk1"/>
                </a:solidFill>
                <a:latin typeface="Times New Roman"/>
                <a:ea typeface="Poppins"/>
                <a:cs typeface="Times New Roman"/>
              </a:rPr>
              <a:t>Reduces biomedical waste hazards</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Prevents infection spread</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Supports clean hospital environment</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Promotes smart waste management</a:t>
            </a:r>
          </a:p>
          <a:p>
            <a:pPr marL="285750" indent="-285750">
              <a:lnSpc>
                <a:spcPct val="150000"/>
              </a:lnSpc>
              <a:buFont typeface="Wingdings" panose="05000000000000000000" pitchFamily="2" charset="2"/>
              <a:buChar char="Ø"/>
            </a:pPr>
            <a:r>
              <a:rPr lang="en-US" sz="1800" dirty="0">
                <a:solidFill>
                  <a:schemeClr val="dk1"/>
                </a:solidFill>
                <a:latin typeface="Times New Roman"/>
                <a:ea typeface="Poppins"/>
                <a:cs typeface="Times New Roman"/>
              </a:rPr>
              <a:t>Useful in hospitals, labs, public places</a:t>
            </a:r>
            <a:endParaRPr lang="en" sz="2400" dirty="0">
              <a:latin typeface="Times New Roman"/>
              <a:ea typeface="Poppins"/>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12" name="Google Shape;313;p34">
            <a:extLst>
              <a:ext uri="{FF2B5EF4-FFF2-40B4-BE49-F238E27FC236}">
                <a16:creationId xmlns:a16="http://schemas.microsoft.com/office/drawing/2014/main" xmlns="" id="{7595B305-113C-B1FA-A6F5-1DDD7EB6E652}"/>
              </a:ext>
            </a:extLst>
          </p:cNvPr>
          <p:cNvSpPr txBox="1">
            <a:spLocks/>
          </p:cNvSpPr>
          <p:nvPr/>
        </p:nvSpPr>
        <p:spPr>
          <a:xfrm>
            <a:off x="1442749" y="380105"/>
            <a:ext cx="6727167" cy="7744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pPr algn="ctr"/>
            <a:r>
              <a:rPr lang="en" dirty="0">
                <a:solidFill>
                  <a:srgbClr val="0B66BC"/>
                </a:solidFill>
                <a:latin typeface="Times New Roman"/>
                <a:cs typeface="Times New Roman"/>
              </a:rPr>
              <a:t>CONCLUSION AND FUTURE WORK</a:t>
            </a:r>
          </a:p>
        </p:txBody>
      </p:sp>
      <p:sp>
        <p:nvSpPr>
          <p:cNvPr id="13" name="Google Shape;315;p34">
            <a:extLst>
              <a:ext uri="{FF2B5EF4-FFF2-40B4-BE49-F238E27FC236}">
                <a16:creationId xmlns:a16="http://schemas.microsoft.com/office/drawing/2014/main" xmlns="" id="{BFEFBFBB-38E1-FF73-C7CE-972C407D7FE5}"/>
              </a:ext>
            </a:extLst>
          </p:cNvPr>
          <p:cNvSpPr txBox="1"/>
          <p:nvPr/>
        </p:nvSpPr>
        <p:spPr>
          <a:xfrm>
            <a:off x="720000" y="1154511"/>
            <a:ext cx="7668830" cy="33877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800" dirty="0">
                <a:solidFill>
                  <a:schemeClr val="dk1"/>
                </a:solidFill>
                <a:latin typeface="Times New Roman"/>
                <a:ea typeface="Poppins"/>
                <a:cs typeface="Times New Roman"/>
              </a:rPr>
              <a:t> </a:t>
            </a:r>
            <a:r>
              <a:rPr lang="en-IN" sz="1800" b="1" dirty="0">
                <a:solidFill>
                  <a:schemeClr val="dk1"/>
                </a:solidFill>
                <a:latin typeface="Times New Roman"/>
                <a:ea typeface="Poppins"/>
                <a:cs typeface="Times New Roman"/>
              </a:rPr>
              <a:t>CONCLUSION:</a:t>
            </a:r>
          </a:p>
          <a:p>
            <a:pPr marL="285750" indent="-285750">
              <a:buFont typeface="Wingdings" panose="05000000000000000000" pitchFamily="2" charset="2"/>
              <a:buChar char="Ø"/>
            </a:pPr>
            <a:r>
              <a:rPr lang="en-US" sz="1800" dirty="0">
                <a:solidFill>
                  <a:schemeClr val="dk1"/>
                </a:solidFill>
                <a:latin typeface="Times New Roman"/>
                <a:ea typeface="Poppins"/>
                <a:cs typeface="Times New Roman"/>
              </a:rPr>
              <a:t>Successfully automated waste segregation</a:t>
            </a:r>
          </a:p>
          <a:p>
            <a:pPr marL="285750" indent="-285750">
              <a:buFont typeface="Wingdings" panose="05000000000000000000" pitchFamily="2" charset="2"/>
              <a:buChar char="Ø"/>
            </a:pPr>
            <a:r>
              <a:rPr lang="en-US" sz="1800" dirty="0">
                <a:solidFill>
                  <a:schemeClr val="dk1"/>
                </a:solidFill>
                <a:latin typeface="Times New Roman"/>
                <a:ea typeface="Poppins"/>
                <a:cs typeface="Times New Roman"/>
              </a:rPr>
              <a:t>Reliable and cost-effective solution</a:t>
            </a:r>
          </a:p>
          <a:p>
            <a:endParaRPr lang="en-IN" sz="1800" dirty="0">
              <a:solidFill>
                <a:schemeClr val="dk1"/>
              </a:solidFill>
              <a:latin typeface="Times New Roman"/>
              <a:ea typeface="Poppins"/>
              <a:cs typeface="Times New Roman"/>
            </a:endParaRPr>
          </a:p>
          <a:p>
            <a:r>
              <a:rPr lang="en-IN" sz="1800" b="1" dirty="0">
                <a:solidFill>
                  <a:schemeClr val="dk1"/>
                </a:solidFill>
                <a:latin typeface="Times New Roman"/>
                <a:ea typeface="Poppins"/>
                <a:cs typeface="Times New Roman"/>
              </a:rPr>
              <a:t>FUTURE</a:t>
            </a:r>
            <a:r>
              <a:rPr lang="en-IN" sz="1800" dirty="0">
                <a:solidFill>
                  <a:schemeClr val="dk1"/>
                </a:solidFill>
                <a:latin typeface="Times New Roman"/>
                <a:ea typeface="Poppins"/>
                <a:cs typeface="Times New Roman"/>
              </a:rPr>
              <a:t> </a:t>
            </a:r>
            <a:r>
              <a:rPr lang="en-IN" sz="1800" b="1" dirty="0">
                <a:solidFill>
                  <a:schemeClr val="dk1"/>
                </a:solidFill>
                <a:latin typeface="Times New Roman"/>
                <a:ea typeface="Poppins"/>
                <a:cs typeface="Times New Roman"/>
              </a:rPr>
              <a:t>WORK:</a:t>
            </a:r>
          </a:p>
          <a:p>
            <a:pPr marL="285750" indent="-285750">
              <a:buFont typeface="Arial" panose="020B0604020202020204" pitchFamily="34" charset="0"/>
              <a:buChar char="•"/>
            </a:pPr>
            <a:r>
              <a:rPr lang="en" sz="1800" dirty="0">
                <a:solidFill>
                  <a:schemeClr val="dk1"/>
                </a:solidFill>
                <a:latin typeface="Times New Roman"/>
                <a:ea typeface="Poppins"/>
                <a:cs typeface="Times New Roman"/>
              </a:rPr>
              <a:t> </a:t>
            </a:r>
            <a:r>
              <a:rPr lang="en-IN" sz="1800" dirty="0">
                <a:latin typeface="Times New Roman" panose="02020603050405020304" pitchFamily="18" charset="0"/>
                <a:cs typeface="Times New Roman" panose="02020603050405020304" pitchFamily="18" charset="0"/>
              </a:rPr>
              <a:t>Add More Waste Types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 Image Processing (ML)</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Voice Control or Touchless Interface</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IoT &amp; Cloud Connectivity</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 sz="1800" dirty="0">
              <a:solidFill>
                <a:schemeClr val="dk1"/>
              </a:solidFill>
              <a:latin typeface="Times New Roman"/>
              <a:ea typeface="Poppins"/>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14" name="TextBox 13">
            <a:extLst>
              <a:ext uri="{FF2B5EF4-FFF2-40B4-BE49-F238E27FC236}">
                <a16:creationId xmlns:a16="http://schemas.microsoft.com/office/drawing/2014/main" xmlns="" id="{2421E45A-9CDC-1BC8-CA88-B4D72731CABF}"/>
              </a:ext>
            </a:extLst>
          </p:cNvPr>
          <p:cNvSpPr txBox="1"/>
          <p:nvPr/>
        </p:nvSpPr>
        <p:spPr>
          <a:xfrm>
            <a:off x="1549676" y="2016614"/>
            <a:ext cx="6048395"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a:solidFill>
                  <a:srgbClr val="0B66BC"/>
                </a:solidFill>
                <a:latin typeface="Times New Roman"/>
              </a:rPr>
              <a:t>THANK YOU !</a:t>
            </a:r>
          </a:p>
        </p:txBody>
      </p:sp>
    </p:spTree>
  </p:cSld>
  <p:clrMapOvr>
    <a:masterClrMapping/>
  </p:clrMapOvr>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412</Words>
  <Application>Microsoft Office PowerPoint</Application>
  <PresentationFormat>On-screen Show (16:9)</PresentationFormat>
  <Paragraphs>108</Paragraphs>
  <Slides>12</Slides>
  <Notes>12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Arial</vt:lpstr>
      <vt:lpstr>Times New Roman</vt:lpstr>
      <vt:lpstr>Poppins</vt:lpstr>
      <vt:lpstr>Wingdings</vt:lpstr>
      <vt:lpstr>Proxima Nova Semibold</vt:lpstr>
      <vt:lpstr>Proxima Nova</vt:lpstr>
      <vt:lpstr>Nunito Light</vt:lpstr>
      <vt:lpstr>PT Sans</vt:lpstr>
      <vt:lpstr>Industrial Preliminary Project by Slidesgo</vt:lpstr>
      <vt:lpstr>Slidesgo Final Pages</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gowtham MG</dc:creator>
  <cp:lastModifiedBy>Vimalraj S</cp:lastModifiedBy>
  <cp:revision>169</cp:revision>
  <dcterms:modified xsi:type="dcterms:W3CDTF">2026-06-29T15:32:35Z</dcterms:modified>
</cp:coreProperties>
</file>